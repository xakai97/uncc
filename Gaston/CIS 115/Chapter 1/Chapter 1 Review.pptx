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60" r:id="rId9"/>
    <p:sldId id="272" r:id="rId10"/>
    <p:sldId id="261" r:id="rId11"/>
    <p:sldId id="273" r:id="rId12"/>
    <p:sldId id="262" r:id="rId13"/>
    <p:sldId id="277" r:id="rId14"/>
    <p:sldId id="263" r:id="rId15"/>
    <p:sldId id="274" r:id="rId16"/>
    <p:sldId id="275" r:id="rId17"/>
    <p:sldId id="264" r:id="rId18"/>
    <p:sldId id="265" r:id="rId19"/>
    <p:sldId id="266" r:id="rId20"/>
    <p:sldId id="296" r:id="rId21"/>
    <p:sldId id="267" r:id="rId22"/>
    <p:sldId id="297" r:id="rId23"/>
    <p:sldId id="268" r:id="rId24"/>
    <p:sldId id="276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80243B26-2330-4BC9-97ED-6CFB57A7200B}"/>
    <pc:docChg chg="custSel addSld delSld modSld sldOrd">
      <pc:chgData name="" userId="97c7b900f41abbbd" providerId="LiveId" clId="{80243B26-2330-4BC9-97ED-6CFB57A7200B}" dt="2021-07-22T23:38:40.238" v="322" actId="2696"/>
      <pc:docMkLst>
        <pc:docMk/>
      </pc:docMkLst>
      <pc:sldChg chg="modSp">
        <pc:chgData name="" userId="97c7b900f41abbbd" providerId="LiveId" clId="{80243B26-2330-4BC9-97ED-6CFB57A7200B}" dt="2021-07-22T20:49:33.341" v="38" actId="20577"/>
        <pc:sldMkLst>
          <pc:docMk/>
          <pc:sldMk cId="822503709" sldId="265"/>
        </pc:sldMkLst>
        <pc:spChg chg="mod">
          <ac:chgData name="" userId="97c7b900f41abbbd" providerId="LiveId" clId="{80243B26-2330-4BC9-97ED-6CFB57A7200B}" dt="2021-07-22T20:49:33.341" v="38" actId="20577"/>
          <ac:spMkLst>
            <pc:docMk/>
            <pc:sldMk cId="822503709" sldId="265"/>
            <ac:spMk id="2" creationId="{00000000-0000-0000-0000-000000000000}"/>
          </ac:spMkLst>
        </pc:spChg>
      </pc:sldChg>
      <pc:sldChg chg="modSp">
        <pc:chgData name="" userId="97c7b900f41abbbd" providerId="LiveId" clId="{80243B26-2330-4BC9-97ED-6CFB57A7200B}" dt="2021-07-22T20:50:08.692" v="73" actId="20577"/>
        <pc:sldMkLst>
          <pc:docMk/>
          <pc:sldMk cId="780353678" sldId="267"/>
        </pc:sldMkLst>
        <pc:spChg chg="mod">
          <ac:chgData name="" userId="97c7b900f41abbbd" providerId="LiveId" clId="{80243B26-2330-4BC9-97ED-6CFB57A7200B}" dt="2021-07-22T20:50:08.692" v="73" actId="20577"/>
          <ac:spMkLst>
            <pc:docMk/>
            <pc:sldMk cId="780353678" sldId="267"/>
            <ac:spMk id="2" creationId="{00000000-0000-0000-0000-000000000000}"/>
          </ac:spMkLst>
        </pc:spChg>
      </pc:sldChg>
      <pc:sldChg chg="modSp">
        <pc:chgData name="" userId="97c7b900f41abbbd" providerId="LiveId" clId="{80243B26-2330-4BC9-97ED-6CFB57A7200B}" dt="2021-07-22T20:50:40.402" v="102" actId="6549"/>
        <pc:sldMkLst>
          <pc:docMk/>
          <pc:sldMk cId="1553522932" sldId="268"/>
        </pc:sldMkLst>
        <pc:spChg chg="mod">
          <ac:chgData name="" userId="97c7b900f41abbbd" providerId="LiveId" clId="{80243B26-2330-4BC9-97ED-6CFB57A7200B}" dt="2021-07-22T20:50:40.402" v="102" actId="6549"/>
          <ac:spMkLst>
            <pc:docMk/>
            <pc:sldMk cId="1553522932" sldId="268"/>
            <ac:spMk id="2" creationId="{00000000-0000-0000-0000-000000000000}"/>
          </ac:spMkLst>
        </pc:spChg>
      </pc:sldChg>
      <pc:sldChg chg="ord">
        <pc:chgData name="" userId="97c7b900f41abbbd" providerId="LiveId" clId="{80243B26-2330-4BC9-97ED-6CFB57A7200B}" dt="2021-07-22T20:48:34.042" v="27"/>
        <pc:sldMkLst>
          <pc:docMk/>
          <pc:sldMk cId="752392090" sldId="275"/>
        </pc:sldMkLst>
      </pc:sldChg>
      <pc:sldChg chg="modSp add del">
        <pc:chgData name="" userId="97c7b900f41abbbd" providerId="LiveId" clId="{80243B26-2330-4BC9-97ED-6CFB57A7200B}" dt="2021-07-22T20:50:50.319" v="103" actId="2696"/>
        <pc:sldMkLst>
          <pc:docMk/>
          <pc:sldMk cId="2803058127" sldId="278"/>
        </pc:sldMkLst>
        <pc:spChg chg="mod">
          <ac:chgData name="" userId="97c7b900f41abbbd" providerId="LiveId" clId="{80243B26-2330-4BC9-97ED-6CFB57A7200B}" dt="2021-07-22T20:47:39.311" v="1" actId="27636"/>
          <ac:spMkLst>
            <pc:docMk/>
            <pc:sldMk cId="2803058127" sldId="278"/>
            <ac:spMk id="2" creationId="{00000000-0000-0000-0000-000000000000}"/>
          </ac:spMkLst>
        </pc:spChg>
      </pc:sldChg>
      <pc:sldChg chg="modSp add">
        <pc:chgData name="" userId="97c7b900f41abbbd" providerId="LiveId" clId="{80243B26-2330-4BC9-97ED-6CFB57A7200B}" dt="2021-07-22T20:50:53.592" v="104" actId="1076"/>
        <pc:sldMkLst>
          <pc:docMk/>
          <pc:sldMk cId="107912264" sldId="279"/>
        </pc:sldMkLst>
        <pc:picChg chg="mod">
          <ac:chgData name="" userId="97c7b900f41abbbd" providerId="LiveId" clId="{80243B26-2330-4BC9-97ED-6CFB57A7200B}" dt="2021-07-22T20:50:53.592" v="104" actId="1076"/>
          <ac:picMkLst>
            <pc:docMk/>
            <pc:sldMk cId="107912264" sldId="279"/>
            <ac:picMk id="4" creationId="{00000000-0000-0000-0000-000000000000}"/>
          </ac:picMkLst>
        </pc:picChg>
      </pc:sldChg>
      <pc:sldChg chg="modSp add">
        <pc:chgData name="" userId="97c7b900f41abbbd" providerId="LiveId" clId="{80243B26-2330-4BC9-97ED-6CFB57A7200B}" dt="2021-07-22T20:50:58.192" v="105" actId="1076"/>
        <pc:sldMkLst>
          <pc:docMk/>
          <pc:sldMk cId="2420591484" sldId="280"/>
        </pc:sldMkLst>
        <pc:picChg chg="mod">
          <ac:chgData name="" userId="97c7b900f41abbbd" providerId="LiveId" clId="{80243B26-2330-4BC9-97ED-6CFB57A7200B}" dt="2021-07-22T20:50:58.192" v="105" actId="1076"/>
          <ac:picMkLst>
            <pc:docMk/>
            <pc:sldMk cId="2420591484" sldId="280"/>
            <ac:picMk id="4" creationId="{00000000-0000-0000-0000-000000000000}"/>
          </ac:picMkLst>
        </pc:picChg>
      </pc:sldChg>
      <pc:sldChg chg="add">
        <pc:chgData name="" userId="97c7b900f41abbbd" providerId="LiveId" clId="{80243B26-2330-4BC9-97ED-6CFB57A7200B}" dt="2021-07-22T20:47:44.051" v="4"/>
        <pc:sldMkLst>
          <pc:docMk/>
          <pc:sldMk cId="2763072642" sldId="281"/>
        </pc:sldMkLst>
      </pc:sldChg>
      <pc:sldChg chg="modSp add">
        <pc:chgData name="" userId="97c7b900f41abbbd" providerId="LiveId" clId="{80243B26-2330-4BC9-97ED-6CFB57A7200B}" dt="2021-07-22T20:51:05.592" v="108" actId="1076"/>
        <pc:sldMkLst>
          <pc:docMk/>
          <pc:sldMk cId="2673263923" sldId="282"/>
        </pc:sldMkLst>
        <pc:picChg chg="mod">
          <ac:chgData name="" userId="97c7b900f41abbbd" providerId="LiveId" clId="{80243B26-2330-4BC9-97ED-6CFB57A7200B}" dt="2021-07-22T20:51:04.472" v="107" actId="1076"/>
          <ac:picMkLst>
            <pc:docMk/>
            <pc:sldMk cId="2673263923" sldId="282"/>
            <ac:picMk id="7" creationId="{00000000-0000-0000-0000-000000000000}"/>
          </ac:picMkLst>
        </pc:picChg>
        <pc:picChg chg="mod">
          <ac:chgData name="" userId="97c7b900f41abbbd" providerId="LiveId" clId="{80243B26-2330-4BC9-97ED-6CFB57A7200B}" dt="2021-07-22T20:51:03.425" v="106" actId="1076"/>
          <ac:picMkLst>
            <pc:docMk/>
            <pc:sldMk cId="2673263923" sldId="282"/>
            <ac:picMk id="8" creationId="{00000000-0000-0000-0000-000000000000}"/>
          </ac:picMkLst>
        </pc:picChg>
        <pc:picChg chg="mod">
          <ac:chgData name="" userId="97c7b900f41abbbd" providerId="LiveId" clId="{80243B26-2330-4BC9-97ED-6CFB57A7200B}" dt="2021-07-22T20:51:05.592" v="108" actId="1076"/>
          <ac:picMkLst>
            <pc:docMk/>
            <pc:sldMk cId="2673263923" sldId="282"/>
            <ac:picMk id="9" creationId="{00000000-0000-0000-0000-000000000000}"/>
          </ac:picMkLst>
        </pc:picChg>
      </pc:sldChg>
      <pc:sldChg chg="add">
        <pc:chgData name="" userId="97c7b900f41abbbd" providerId="LiveId" clId="{80243B26-2330-4BC9-97ED-6CFB57A7200B}" dt="2021-07-22T20:47:45.041" v="6"/>
        <pc:sldMkLst>
          <pc:docMk/>
          <pc:sldMk cId="1685069969" sldId="283"/>
        </pc:sldMkLst>
      </pc:sldChg>
      <pc:sldChg chg="modSp add">
        <pc:chgData name="" userId="97c7b900f41abbbd" providerId="LiveId" clId="{80243B26-2330-4BC9-97ED-6CFB57A7200B}" dt="2021-07-22T20:51:09.292" v="109" actId="1076"/>
        <pc:sldMkLst>
          <pc:docMk/>
          <pc:sldMk cId="336687155" sldId="284"/>
        </pc:sldMkLst>
        <pc:picChg chg="mod">
          <ac:chgData name="" userId="97c7b900f41abbbd" providerId="LiveId" clId="{80243B26-2330-4BC9-97ED-6CFB57A7200B}" dt="2021-07-22T20:51:09.292" v="109" actId="1076"/>
          <ac:picMkLst>
            <pc:docMk/>
            <pc:sldMk cId="336687155" sldId="284"/>
            <ac:picMk id="4" creationId="{00000000-0000-0000-0000-000000000000}"/>
          </ac:picMkLst>
        </pc:picChg>
      </pc:sldChg>
      <pc:sldChg chg="add">
        <pc:chgData name="" userId="97c7b900f41abbbd" providerId="LiveId" clId="{80243B26-2330-4BC9-97ED-6CFB57A7200B}" dt="2021-07-22T20:47:45.992" v="8"/>
        <pc:sldMkLst>
          <pc:docMk/>
          <pc:sldMk cId="493779666" sldId="285"/>
        </pc:sldMkLst>
      </pc:sldChg>
      <pc:sldChg chg="modSp add">
        <pc:chgData name="" userId="97c7b900f41abbbd" providerId="LiveId" clId="{80243B26-2330-4BC9-97ED-6CFB57A7200B}" dt="2021-07-22T20:51:31.582" v="114" actId="1076"/>
        <pc:sldMkLst>
          <pc:docMk/>
          <pc:sldMk cId="3044602533" sldId="286"/>
        </pc:sldMkLst>
        <pc:spChg chg="mod">
          <ac:chgData name="" userId="97c7b900f41abbbd" providerId="LiveId" clId="{80243B26-2330-4BC9-97ED-6CFB57A7200B}" dt="2021-07-22T20:51:24.692" v="112" actId="14100"/>
          <ac:spMkLst>
            <pc:docMk/>
            <pc:sldMk cId="3044602533" sldId="286"/>
            <ac:spMk id="2" creationId="{00000000-0000-0000-0000-000000000000}"/>
          </ac:spMkLst>
        </pc:spChg>
        <pc:spChg chg="mod">
          <ac:chgData name="" userId="97c7b900f41abbbd" providerId="LiveId" clId="{80243B26-2330-4BC9-97ED-6CFB57A7200B}" dt="2021-07-22T20:51:29.292" v="113" actId="14100"/>
          <ac:spMkLst>
            <pc:docMk/>
            <pc:sldMk cId="3044602533" sldId="286"/>
            <ac:spMk id="3" creationId="{00000000-0000-0000-0000-000000000000}"/>
          </ac:spMkLst>
        </pc:spChg>
        <pc:picChg chg="mod">
          <ac:chgData name="" userId="97c7b900f41abbbd" providerId="LiveId" clId="{80243B26-2330-4BC9-97ED-6CFB57A7200B}" dt="2021-07-22T20:51:31.582" v="114" actId="1076"/>
          <ac:picMkLst>
            <pc:docMk/>
            <pc:sldMk cId="3044602533" sldId="286"/>
            <ac:picMk id="4" creationId="{00000000-0000-0000-0000-000000000000}"/>
          </ac:picMkLst>
        </pc:picChg>
      </pc:sldChg>
      <pc:sldChg chg="modSp add del">
        <pc:chgData name="" userId="97c7b900f41abbbd" providerId="LiveId" clId="{80243B26-2330-4BC9-97ED-6CFB57A7200B}" dt="2021-07-22T23:38:40.238" v="322" actId="2696"/>
        <pc:sldMkLst>
          <pc:docMk/>
          <pc:sldMk cId="4162740940" sldId="287"/>
        </pc:sldMkLst>
        <pc:spChg chg="mod">
          <ac:chgData name="" userId="97c7b900f41abbbd" providerId="LiveId" clId="{80243B26-2330-4BC9-97ED-6CFB57A7200B}" dt="2021-07-22T20:51:58.591" v="130" actId="20577"/>
          <ac:spMkLst>
            <pc:docMk/>
            <pc:sldMk cId="4162740940" sldId="287"/>
            <ac:spMk id="2" creationId="{00000000-0000-0000-0000-000000000000}"/>
          </ac:spMkLst>
        </pc:spChg>
      </pc:sldChg>
      <pc:sldChg chg="modSp add del">
        <pc:chgData name="" userId="97c7b900f41abbbd" providerId="LiveId" clId="{80243B26-2330-4BC9-97ED-6CFB57A7200B}" dt="2021-07-22T23:37:41.806" v="321" actId="2696"/>
        <pc:sldMkLst>
          <pc:docMk/>
          <pc:sldMk cId="3746094462" sldId="288"/>
        </pc:sldMkLst>
        <pc:spChg chg="mod">
          <ac:chgData name="" userId="97c7b900f41abbbd" providerId="LiveId" clId="{80243B26-2330-4BC9-97ED-6CFB57A7200B}" dt="2021-07-22T20:51:39.821" v="115" actId="14100"/>
          <ac:spMkLst>
            <pc:docMk/>
            <pc:sldMk cId="3746094462" sldId="288"/>
            <ac:spMk id="2" creationId="{00000000-0000-0000-0000-000000000000}"/>
          </ac:spMkLst>
        </pc:spChg>
      </pc:sldChg>
      <pc:sldChg chg="modSp add del">
        <pc:chgData name="" userId="97c7b900f41abbbd" providerId="LiveId" clId="{80243B26-2330-4BC9-97ED-6CFB57A7200B}" dt="2021-07-22T23:37:41.806" v="320" actId="2696"/>
        <pc:sldMkLst>
          <pc:docMk/>
          <pc:sldMk cId="2586748218" sldId="289"/>
        </pc:sldMkLst>
        <pc:spChg chg="mod">
          <ac:chgData name="" userId="97c7b900f41abbbd" providerId="LiveId" clId="{80243B26-2330-4BC9-97ED-6CFB57A7200B}" dt="2021-07-22T20:52:09.151" v="132" actId="27636"/>
          <ac:spMkLst>
            <pc:docMk/>
            <pc:sldMk cId="2586748218" sldId="289"/>
            <ac:spMk id="2" creationId="{00000000-0000-0000-0000-000000000000}"/>
          </ac:spMkLst>
        </pc:spChg>
        <pc:spChg chg="mod">
          <ac:chgData name="" userId="97c7b900f41abbbd" providerId="LiveId" clId="{80243B26-2330-4BC9-97ED-6CFB57A7200B}" dt="2021-07-22T20:58:05.646" v="294" actId="404"/>
          <ac:spMkLst>
            <pc:docMk/>
            <pc:sldMk cId="2586748218" sldId="289"/>
            <ac:spMk id="3" creationId="{00000000-0000-0000-0000-000000000000}"/>
          </ac:spMkLst>
        </pc:spChg>
      </pc:sldChg>
      <pc:sldChg chg="modSp add del">
        <pc:chgData name="" userId="97c7b900f41abbbd" providerId="LiveId" clId="{80243B26-2330-4BC9-97ED-6CFB57A7200B}" dt="2021-07-22T23:37:41.796" v="319" actId="2696"/>
        <pc:sldMkLst>
          <pc:docMk/>
          <pc:sldMk cId="574285485" sldId="290"/>
        </pc:sldMkLst>
        <pc:spChg chg="mod">
          <ac:chgData name="" userId="97c7b900f41abbbd" providerId="LiveId" clId="{80243B26-2330-4BC9-97ED-6CFB57A7200B}" dt="2021-07-22T20:54:21.452" v="143" actId="1076"/>
          <ac:spMkLst>
            <pc:docMk/>
            <pc:sldMk cId="574285485" sldId="290"/>
            <ac:spMk id="3" creationId="{00000000-0000-0000-0000-000000000000}"/>
          </ac:spMkLst>
        </pc:spChg>
        <pc:spChg chg="mod">
          <ac:chgData name="" userId="97c7b900f41abbbd" providerId="LiveId" clId="{80243B26-2330-4BC9-97ED-6CFB57A7200B}" dt="2021-07-22T20:52:35.042" v="136" actId="1076"/>
          <ac:spMkLst>
            <pc:docMk/>
            <pc:sldMk cId="574285485" sldId="290"/>
            <ac:spMk id="4" creationId="{00000000-0000-0000-0000-000000000000}"/>
          </ac:spMkLst>
        </pc:spChg>
        <pc:spChg chg="mod">
          <ac:chgData name="" userId="97c7b900f41abbbd" providerId="LiveId" clId="{80243B26-2330-4BC9-97ED-6CFB57A7200B}" dt="2021-07-22T20:54:07.049" v="139" actId="14100"/>
          <ac:spMkLst>
            <pc:docMk/>
            <pc:sldMk cId="574285485" sldId="290"/>
            <ac:spMk id="5" creationId="{00000000-0000-0000-0000-000000000000}"/>
          </ac:spMkLst>
        </pc:spChg>
        <pc:spChg chg="mod">
          <ac:chgData name="" userId="97c7b900f41abbbd" providerId="LiveId" clId="{80243B26-2330-4BC9-97ED-6CFB57A7200B}" dt="2021-07-22T20:58:25.893" v="295" actId="14100"/>
          <ac:spMkLst>
            <pc:docMk/>
            <pc:sldMk cId="574285485" sldId="290"/>
            <ac:spMk id="6" creationId="{00000000-0000-0000-0000-000000000000}"/>
          </ac:spMkLst>
        </pc:spChg>
        <pc:picChg chg="mod">
          <ac:chgData name="" userId="97c7b900f41abbbd" providerId="LiveId" clId="{80243B26-2330-4BC9-97ED-6CFB57A7200B}" dt="2021-07-22T20:58:29.342" v="296" actId="1076"/>
          <ac:picMkLst>
            <pc:docMk/>
            <pc:sldMk cId="574285485" sldId="290"/>
            <ac:picMk id="7" creationId="{00000000-0000-0000-0000-000000000000}"/>
          </ac:picMkLst>
        </pc:picChg>
      </pc:sldChg>
      <pc:sldChg chg="modSp add del">
        <pc:chgData name="" userId="97c7b900f41abbbd" providerId="LiveId" clId="{80243B26-2330-4BC9-97ED-6CFB57A7200B}" dt="2021-07-22T23:37:41.796" v="318" actId="2696"/>
        <pc:sldMkLst>
          <pc:docMk/>
          <pc:sldMk cId="2164218449" sldId="291"/>
        </pc:sldMkLst>
        <pc:spChg chg="mod">
          <ac:chgData name="" userId="97c7b900f41abbbd" providerId="LiveId" clId="{80243B26-2330-4BC9-97ED-6CFB57A7200B}" dt="2021-07-22T20:55:36.822" v="208" actId="1076"/>
          <ac:spMkLst>
            <pc:docMk/>
            <pc:sldMk cId="2164218449" sldId="291"/>
            <ac:spMk id="3" creationId="{00000000-0000-0000-0000-000000000000}"/>
          </ac:spMkLst>
        </pc:spChg>
        <pc:spChg chg="mod">
          <ac:chgData name="" userId="97c7b900f41abbbd" providerId="LiveId" clId="{80243B26-2330-4BC9-97ED-6CFB57A7200B}" dt="2021-07-22T20:54:53.636" v="151" actId="1076"/>
          <ac:spMkLst>
            <pc:docMk/>
            <pc:sldMk cId="2164218449" sldId="291"/>
            <ac:spMk id="4" creationId="{00000000-0000-0000-0000-000000000000}"/>
          </ac:spMkLst>
        </pc:spChg>
        <pc:spChg chg="mod">
          <ac:chgData name="" userId="97c7b900f41abbbd" providerId="LiveId" clId="{80243B26-2330-4BC9-97ED-6CFB57A7200B}" dt="2021-07-22T20:54:33.971" v="146" actId="1076"/>
          <ac:spMkLst>
            <pc:docMk/>
            <pc:sldMk cId="2164218449" sldId="291"/>
            <ac:spMk id="5" creationId="{00000000-0000-0000-0000-000000000000}"/>
          </ac:spMkLst>
        </pc:spChg>
        <pc:spChg chg="mod">
          <ac:chgData name="" userId="97c7b900f41abbbd" providerId="LiveId" clId="{80243B26-2330-4BC9-97ED-6CFB57A7200B}" dt="2021-07-22T20:55:31.891" v="207" actId="20577"/>
          <ac:spMkLst>
            <pc:docMk/>
            <pc:sldMk cId="2164218449" sldId="291"/>
            <ac:spMk id="6" creationId="{00000000-0000-0000-0000-000000000000}"/>
          </ac:spMkLst>
        </pc:spChg>
        <pc:spChg chg="mod">
          <ac:chgData name="" userId="97c7b900f41abbbd" providerId="LiveId" clId="{80243B26-2330-4BC9-97ED-6CFB57A7200B}" dt="2021-07-22T20:54:40.922" v="149" actId="1076"/>
          <ac:spMkLst>
            <pc:docMk/>
            <pc:sldMk cId="2164218449" sldId="291"/>
            <ac:spMk id="8" creationId="{00000000-0000-0000-0000-000000000000}"/>
          </ac:spMkLst>
        </pc:spChg>
      </pc:sldChg>
      <pc:sldChg chg="modSp add del">
        <pc:chgData name="" userId="97c7b900f41abbbd" providerId="LiveId" clId="{80243B26-2330-4BC9-97ED-6CFB57A7200B}" dt="2021-07-22T23:37:41.786" v="317" actId="2696"/>
        <pc:sldMkLst>
          <pc:docMk/>
          <pc:sldMk cId="1529667282" sldId="292"/>
        </pc:sldMkLst>
        <pc:spChg chg="mod">
          <ac:chgData name="" userId="97c7b900f41abbbd" providerId="LiveId" clId="{80243B26-2330-4BC9-97ED-6CFB57A7200B}" dt="2021-07-22T20:58:57.242" v="297" actId="20577"/>
          <ac:spMkLst>
            <pc:docMk/>
            <pc:sldMk cId="1529667282" sldId="292"/>
            <ac:spMk id="2" creationId="{00000000-0000-0000-0000-000000000000}"/>
          </ac:spMkLst>
        </pc:spChg>
        <pc:spChg chg="mod">
          <ac:chgData name="" userId="97c7b900f41abbbd" providerId="LiveId" clId="{80243B26-2330-4BC9-97ED-6CFB57A7200B}" dt="2021-07-22T20:57:13.033" v="286" actId="1076"/>
          <ac:spMkLst>
            <pc:docMk/>
            <pc:sldMk cId="1529667282" sldId="292"/>
            <ac:spMk id="3" creationId="{00000000-0000-0000-0000-000000000000}"/>
          </ac:spMkLst>
        </pc:spChg>
        <pc:spChg chg="mod">
          <ac:chgData name="" userId="97c7b900f41abbbd" providerId="LiveId" clId="{80243B26-2330-4BC9-97ED-6CFB57A7200B}" dt="2021-07-22T20:57:08.902" v="284" actId="14100"/>
          <ac:spMkLst>
            <pc:docMk/>
            <pc:sldMk cId="1529667282" sldId="292"/>
            <ac:spMk id="4" creationId="{00000000-0000-0000-0000-000000000000}"/>
          </ac:spMkLst>
        </pc:spChg>
        <pc:spChg chg="mod">
          <ac:chgData name="" userId="97c7b900f41abbbd" providerId="LiveId" clId="{80243B26-2330-4BC9-97ED-6CFB57A7200B}" dt="2021-07-22T20:57:24.102" v="288" actId="1076"/>
          <ac:spMkLst>
            <pc:docMk/>
            <pc:sldMk cId="1529667282" sldId="292"/>
            <ac:spMk id="6" creationId="{00000000-0000-0000-0000-000000000000}"/>
          </ac:spMkLst>
        </pc:spChg>
      </pc:sldChg>
      <pc:sldChg chg="modSp add del">
        <pc:chgData name="" userId="97c7b900f41abbbd" providerId="LiveId" clId="{80243B26-2330-4BC9-97ED-6CFB57A7200B}" dt="2021-07-22T23:37:41.781" v="316" actId="2696"/>
        <pc:sldMkLst>
          <pc:docMk/>
          <pc:sldMk cId="3489754693" sldId="293"/>
        </pc:sldMkLst>
        <pc:spChg chg="mod">
          <ac:chgData name="" userId="97c7b900f41abbbd" providerId="LiveId" clId="{80243B26-2330-4BC9-97ED-6CFB57A7200B}" dt="2021-07-22T20:58:59.992" v="298" actId="20577"/>
          <ac:spMkLst>
            <pc:docMk/>
            <pc:sldMk cId="3489754693" sldId="293"/>
            <ac:spMk id="2" creationId="{00000000-0000-0000-0000-000000000000}"/>
          </ac:spMkLst>
        </pc:spChg>
        <pc:spChg chg="mod">
          <ac:chgData name="" userId="97c7b900f41abbbd" providerId="LiveId" clId="{80243B26-2330-4BC9-97ED-6CFB57A7200B}" dt="2021-07-22T20:56:19.682" v="217" actId="1076"/>
          <ac:spMkLst>
            <pc:docMk/>
            <pc:sldMk cId="3489754693" sldId="293"/>
            <ac:spMk id="3" creationId="{00000000-0000-0000-0000-000000000000}"/>
          </ac:spMkLst>
        </pc:spChg>
        <pc:spChg chg="mod">
          <ac:chgData name="" userId="97c7b900f41abbbd" providerId="LiveId" clId="{80243B26-2330-4BC9-97ED-6CFB57A7200B}" dt="2021-07-22T20:56:14.212" v="215" actId="1076"/>
          <ac:spMkLst>
            <pc:docMk/>
            <pc:sldMk cId="3489754693" sldId="293"/>
            <ac:spMk id="4" creationId="{00000000-0000-0000-0000-000000000000}"/>
          </ac:spMkLst>
        </pc:spChg>
        <pc:spChg chg="mod">
          <ac:chgData name="" userId="97c7b900f41abbbd" providerId="LiveId" clId="{80243B26-2330-4BC9-97ED-6CFB57A7200B}" dt="2021-07-22T20:55:58.502" v="210" actId="1076"/>
          <ac:spMkLst>
            <pc:docMk/>
            <pc:sldMk cId="3489754693" sldId="293"/>
            <ac:spMk id="5" creationId="{00000000-0000-0000-0000-000000000000}"/>
          </ac:spMkLst>
        </pc:spChg>
        <pc:spChg chg="mod">
          <ac:chgData name="" userId="97c7b900f41abbbd" providerId="LiveId" clId="{80243B26-2330-4BC9-97ED-6CFB57A7200B}" dt="2021-07-22T20:56:58.852" v="283" actId="20577"/>
          <ac:spMkLst>
            <pc:docMk/>
            <pc:sldMk cId="3489754693" sldId="293"/>
            <ac:spMk id="6" creationId="{00000000-0000-0000-0000-000000000000}"/>
          </ac:spMkLst>
        </pc:spChg>
        <pc:spChg chg="mod">
          <ac:chgData name="" userId="97c7b900f41abbbd" providerId="LiveId" clId="{80243B26-2330-4BC9-97ED-6CFB57A7200B}" dt="2021-07-22T20:56:05.252" v="213" actId="1076"/>
          <ac:spMkLst>
            <pc:docMk/>
            <pc:sldMk cId="3489754693" sldId="293"/>
            <ac:spMk id="8" creationId="{00000000-0000-0000-0000-000000000000}"/>
          </ac:spMkLst>
        </pc:spChg>
      </pc:sldChg>
      <pc:sldChg chg="modSp add del">
        <pc:chgData name="" userId="97c7b900f41abbbd" providerId="LiveId" clId="{80243B26-2330-4BC9-97ED-6CFB57A7200B}" dt="2021-07-22T23:37:41.776" v="315" actId="2696"/>
        <pc:sldMkLst>
          <pc:docMk/>
          <pc:sldMk cId="1996350950" sldId="294"/>
        </pc:sldMkLst>
        <pc:spChg chg="mod">
          <ac:chgData name="" userId="97c7b900f41abbbd" providerId="LiveId" clId="{80243B26-2330-4BC9-97ED-6CFB57A7200B}" dt="2021-07-22T20:59:03.282" v="299" actId="20577"/>
          <ac:spMkLst>
            <pc:docMk/>
            <pc:sldMk cId="1996350950" sldId="294"/>
            <ac:spMk id="2" creationId="{00000000-0000-0000-0000-000000000000}"/>
          </ac:spMkLst>
        </pc:spChg>
      </pc:sldChg>
      <pc:sldChg chg="modSp add del">
        <pc:chgData name="" userId="97c7b900f41abbbd" providerId="LiveId" clId="{80243B26-2330-4BC9-97ED-6CFB57A7200B}" dt="2021-07-22T23:37:41.768" v="314" actId="2696"/>
        <pc:sldMkLst>
          <pc:docMk/>
          <pc:sldMk cId="3646240259" sldId="295"/>
        </pc:sldMkLst>
        <pc:spChg chg="mod">
          <ac:chgData name="" userId="97c7b900f41abbbd" providerId="LiveId" clId="{80243B26-2330-4BC9-97ED-6CFB57A7200B}" dt="2021-07-22T20:59:36.197" v="312" actId="20577"/>
          <ac:spMkLst>
            <pc:docMk/>
            <pc:sldMk cId="3646240259" sldId="295"/>
            <ac:spMk id="2" creationId="{00000000-0000-0000-0000-000000000000}"/>
          </ac:spMkLst>
        </pc:spChg>
        <pc:spChg chg="mod">
          <ac:chgData name="" userId="97c7b900f41abbbd" providerId="LiveId" clId="{80243B26-2330-4BC9-97ED-6CFB57A7200B}" dt="2021-07-22T20:59:25.582" v="309" actId="1076"/>
          <ac:spMkLst>
            <pc:docMk/>
            <pc:sldMk cId="3646240259" sldId="295"/>
            <ac:spMk id="3" creationId="{00000000-0000-0000-0000-000000000000}"/>
          </ac:spMkLst>
        </pc:spChg>
        <pc:spChg chg="mod">
          <ac:chgData name="" userId="97c7b900f41abbbd" providerId="LiveId" clId="{80243B26-2330-4BC9-97ED-6CFB57A7200B}" dt="2021-07-22T20:59:33.052" v="311" actId="1076"/>
          <ac:spMkLst>
            <pc:docMk/>
            <pc:sldMk cId="3646240259" sldId="295"/>
            <ac:spMk id="4" creationId="{00000000-0000-0000-0000-000000000000}"/>
          </ac:spMkLst>
        </pc:spChg>
        <pc:spChg chg="mod">
          <ac:chgData name="" userId="97c7b900f41abbbd" providerId="LiveId" clId="{80243B26-2330-4BC9-97ED-6CFB57A7200B}" dt="2021-07-22T20:59:11.922" v="304" actId="1076"/>
          <ac:spMkLst>
            <pc:docMk/>
            <pc:sldMk cId="3646240259" sldId="295"/>
            <ac:spMk id="5" creationId="{00000000-0000-0000-0000-000000000000}"/>
          </ac:spMkLst>
        </pc:spChg>
        <pc:spChg chg="mod">
          <ac:chgData name="" userId="97c7b900f41abbbd" providerId="LiveId" clId="{80243B26-2330-4BC9-97ED-6CFB57A7200B}" dt="2021-07-22T20:59:49.787" v="313" actId="20577"/>
          <ac:spMkLst>
            <pc:docMk/>
            <pc:sldMk cId="3646240259" sldId="295"/>
            <ac:spMk id="6" creationId="{00000000-0000-0000-0000-000000000000}"/>
          </ac:spMkLst>
        </pc:spChg>
        <pc:spChg chg="mod">
          <ac:chgData name="" userId="97c7b900f41abbbd" providerId="LiveId" clId="{80243B26-2330-4BC9-97ED-6CFB57A7200B}" dt="2021-07-22T20:59:20.072" v="307" actId="1076"/>
          <ac:spMkLst>
            <pc:docMk/>
            <pc:sldMk cId="3646240259" sldId="295"/>
            <ac:spMk id="8" creationId="{00000000-0000-0000-0000-000000000000}"/>
          </ac:spMkLst>
        </pc:spChg>
      </pc:sldChg>
      <pc:sldChg chg="modSp add">
        <pc:chgData name="" userId="97c7b900f41abbbd" providerId="LiveId" clId="{80243B26-2330-4BC9-97ED-6CFB57A7200B}" dt="2021-07-22T20:49:43.017" v="58" actId="20577"/>
        <pc:sldMkLst>
          <pc:docMk/>
          <pc:sldMk cId="1889647962" sldId="296"/>
        </pc:sldMkLst>
        <pc:spChg chg="mod">
          <ac:chgData name="" userId="97c7b900f41abbbd" providerId="LiveId" clId="{80243B26-2330-4BC9-97ED-6CFB57A7200B}" dt="2021-07-22T20:49:43.017" v="58" actId="20577"/>
          <ac:spMkLst>
            <pc:docMk/>
            <pc:sldMk cId="1889647962" sldId="296"/>
            <ac:spMk id="2" creationId="{00000000-0000-0000-0000-000000000000}"/>
          </ac:spMkLst>
        </pc:spChg>
      </pc:sldChg>
      <pc:sldChg chg="add del">
        <pc:chgData name="" userId="97c7b900f41abbbd" providerId="LiveId" clId="{80243B26-2330-4BC9-97ED-6CFB57A7200B}" dt="2021-07-22T20:49:52.606" v="60"/>
        <pc:sldMkLst>
          <pc:docMk/>
          <pc:sldMk cId="1079086187" sldId="297"/>
        </pc:sldMkLst>
      </pc:sldChg>
      <pc:sldChg chg="modSp add">
        <pc:chgData name="" userId="97c7b900f41abbbd" providerId="LiveId" clId="{80243B26-2330-4BC9-97ED-6CFB57A7200B}" dt="2021-07-22T20:50:21.101" v="88" actId="20577"/>
        <pc:sldMkLst>
          <pc:docMk/>
          <pc:sldMk cId="1759771507" sldId="297"/>
        </pc:sldMkLst>
        <pc:spChg chg="mod">
          <ac:chgData name="" userId="97c7b900f41abbbd" providerId="LiveId" clId="{80243B26-2330-4BC9-97ED-6CFB57A7200B}" dt="2021-07-22T20:50:21.101" v="88" actId="20577"/>
          <ac:spMkLst>
            <pc:docMk/>
            <pc:sldMk cId="1759771507" sldId="29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 Review</a:t>
            </a:r>
          </a:p>
        </p:txBody>
      </p:sp>
      <p:pic>
        <p:nvPicPr>
          <p:cNvPr id="1026" name="Picture 2" descr="Image result for introduction to program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577" y="907749"/>
            <a:ext cx="3649287" cy="273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22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8" y="1123837"/>
            <a:ext cx="3088995" cy="4721792"/>
          </a:xfrm>
        </p:spPr>
        <p:txBody>
          <a:bodyPr/>
          <a:lstStyle/>
          <a:p>
            <a:r>
              <a:rPr lang="en-US" dirty="0"/>
              <a:t>Question: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are programs?</a:t>
            </a:r>
          </a:p>
        </p:txBody>
      </p:sp>
      <p:pic>
        <p:nvPicPr>
          <p:cNvPr id="4" name="Content Placeholder 3" descr="Una ilustración de Java código fuente con comentarios prólogo ..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831" y="1686895"/>
            <a:ext cx="3875538" cy="3475066"/>
          </a:xfrm>
        </p:spPr>
      </p:pic>
    </p:spTree>
    <p:extLst>
      <p:ext uri="{BB962C8B-B14F-4D97-AF65-F5344CB8AC3E}">
        <p14:creationId xmlns:p14="http://schemas.microsoft.com/office/powerpoint/2010/main" val="33824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are programs?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Directions or instructions given to a computer.</a:t>
            </a:r>
          </a:p>
        </p:txBody>
      </p:sp>
      <p:pic>
        <p:nvPicPr>
          <p:cNvPr id="2052" name="Picture 4" descr="Image result for directions to a 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367" y="932409"/>
            <a:ext cx="4721629" cy="269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08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coding?</a:t>
            </a:r>
          </a:p>
        </p:txBody>
      </p:sp>
      <p:pic>
        <p:nvPicPr>
          <p:cNvPr id="4" name="Content Placeholder 3" descr="File:Prog.png - Wikimedia Common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775" y="1738312"/>
            <a:ext cx="4429125" cy="3371850"/>
          </a:xfrm>
        </p:spPr>
      </p:pic>
    </p:spTree>
    <p:extLst>
      <p:ext uri="{BB962C8B-B14F-4D97-AF65-F5344CB8AC3E}">
        <p14:creationId xmlns:p14="http://schemas.microsoft.com/office/powerpoint/2010/main" val="126701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What is 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Translating a solution into a language that a computer can understand.</a:t>
            </a:r>
          </a:p>
        </p:txBody>
      </p:sp>
      <p:sp>
        <p:nvSpPr>
          <p:cNvPr id="7" name="AutoShape 6" descr="Image result for translat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 descr="Winding thre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550" y="933796"/>
            <a:ext cx="3626947" cy="311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7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What is machine language?</a:t>
            </a:r>
          </a:p>
        </p:txBody>
      </p:sp>
      <p:pic>
        <p:nvPicPr>
          <p:cNvPr id="4" name="Content Placeholder 3" descr="encoding - Difference between machine language, binary code and a ..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35" y="1580676"/>
            <a:ext cx="3938446" cy="3406960"/>
          </a:xfrm>
        </p:spPr>
      </p:pic>
    </p:spTree>
    <p:extLst>
      <p:ext uri="{BB962C8B-B14F-4D97-AF65-F5344CB8AC3E}">
        <p14:creationId xmlns:p14="http://schemas.microsoft.com/office/powerpoint/2010/main" val="11968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machine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Instructions written in 0’s and 1’s.</a:t>
            </a:r>
          </a:p>
        </p:txBody>
      </p:sp>
      <p:pic>
        <p:nvPicPr>
          <p:cNvPr id="6" name="Picture 5" descr="Machines talking to themsel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1011121"/>
            <a:ext cx="4219015" cy="27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76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What is Assembly Language?</a:t>
            </a:r>
          </a:p>
        </p:txBody>
      </p:sp>
      <p:pic>
        <p:nvPicPr>
          <p:cNvPr id="4" name="Content Placeholder 3" descr="Assembly Language symbol ta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574" y="863600"/>
            <a:ext cx="4137527" cy="5121275"/>
          </a:xfrm>
        </p:spPr>
      </p:pic>
    </p:spTree>
    <p:extLst>
      <p:ext uri="{BB962C8B-B14F-4D97-AF65-F5344CB8AC3E}">
        <p14:creationId xmlns:p14="http://schemas.microsoft.com/office/powerpoint/2010/main" val="196353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What is Assembly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Uses mnemonics for memory aids. Simplifies programming. Just above machine language.</a:t>
            </a:r>
          </a:p>
        </p:txBody>
      </p:sp>
      <p:pic>
        <p:nvPicPr>
          <p:cNvPr id="6" name="Picture 5" descr="assemb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618" y="1012593"/>
            <a:ext cx="4612138" cy="276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What is an assembler?</a:t>
            </a:r>
          </a:p>
        </p:txBody>
      </p:sp>
      <p:pic>
        <p:nvPicPr>
          <p:cNvPr id="4" name="Content Placeholder 3" descr="Linha de produção, diagrama, esquema, exemplo, osm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088" y="1836737"/>
            <a:ext cx="4762500" cy="3175000"/>
          </a:xfrm>
        </p:spPr>
      </p:pic>
    </p:spTree>
    <p:extLst>
      <p:ext uri="{BB962C8B-B14F-4D97-AF65-F5344CB8AC3E}">
        <p14:creationId xmlns:p14="http://schemas.microsoft.com/office/powerpoint/2010/main" val="4204764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an assembler?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A program that converts assembly instructions into machine code.</a:t>
            </a:r>
          </a:p>
        </p:txBody>
      </p:sp>
      <p:pic>
        <p:nvPicPr>
          <p:cNvPr id="5" name="Picture 4" descr="Assembler converts to machine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856" y="1123836"/>
            <a:ext cx="2709948" cy="287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0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What is procedure –oriented program?</a:t>
            </a:r>
          </a:p>
        </p:txBody>
      </p:sp>
      <p:pic>
        <p:nvPicPr>
          <p:cNvPr id="5122" name="Picture 2" descr="Image result for procedure oriented progra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155" y="863600"/>
            <a:ext cx="6828366" cy="512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561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What is procedure –oriented program?</a:t>
            </a:r>
          </a:p>
        </p:txBody>
      </p:sp>
      <p:pic>
        <p:nvPicPr>
          <p:cNvPr id="4" name="Picture 3" descr="Main Program with Functions">
            <a:extLst>
              <a:ext uri="{FF2B5EF4-FFF2-40B4-BE49-F238E27FC236}">
                <a16:creationId xmlns:a16="http://schemas.microsoft.com/office/drawing/2014/main" id="{47574EF6-8BDA-4147-85CA-C0A4372DD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402" y="1460726"/>
            <a:ext cx="6422571" cy="33492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605B01-F62E-4EB7-A598-7A456E59CB76}"/>
              </a:ext>
            </a:extLst>
          </p:cNvPr>
          <p:cNvSpPr txBox="1"/>
          <p:nvPr/>
        </p:nvSpPr>
        <p:spPr>
          <a:xfrm>
            <a:off x="4659086" y="4996543"/>
            <a:ext cx="5203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procedure-oriented program focusses on the procedures or functions that need to occur. For example, payroll, inventory, paychecks.</a:t>
            </a:r>
          </a:p>
        </p:txBody>
      </p:sp>
    </p:spTree>
    <p:extLst>
      <p:ext uri="{BB962C8B-B14F-4D97-AF65-F5344CB8AC3E}">
        <p14:creationId xmlns:p14="http://schemas.microsoft.com/office/powerpoint/2010/main" val="3861513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 an Object Oriented program?</a:t>
            </a:r>
          </a:p>
        </p:txBody>
      </p:sp>
      <p:pic>
        <p:nvPicPr>
          <p:cNvPr id="5" name="Content Placeholder 4" descr="Object Oriented Programmi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376437"/>
            <a:ext cx="7315200" cy="409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75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What is  an Object Oriented program?</a:t>
            </a:r>
          </a:p>
        </p:txBody>
      </p:sp>
      <p:pic>
        <p:nvPicPr>
          <p:cNvPr id="6146" name="Picture 2" descr="Image result for object oriented programm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104" y="1862052"/>
            <a:ext cx="4913375" cy="335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279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are programming control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– the order of execution – all programs have it</a:t>
            </a:r>
          </a:p>
          <a:p>
            <a:r>
              <a:rPr lang="en-US" dirty="0"/>
              <a:t>Decision  - if / else</a:t>
            </a:r>
          </a:p>
          <a:p>
            <a:r>
              <a:rPr lang="en-US" dirty="0"/>
              <a:t>Repetition – do while, loop, while</a:t>
            </a:r>
          </a:p>
        </p:txBody>
      </p:sp>
    </p:spTree>
    <p:extLst>
      <p:ext uri="{BB962C8B-B14F-4D97-AF65-F5344CB8AC3E}">
        <p14:creationId xmlns:p14="http://schemas.microsoft.com/office/powerpoint/2010/main" val="752392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Answer: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What are programming control structures?</a:t>
            </a:r>
          </a:p>
        </p:txBody>
      </p:sp>
      <p:pic>
        <p:nvPicPr>
          <p:cNvPr id="4" name="Content Placeholder 3" descr="Control structure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1341" y="1695796"/>
            <a:ext cx="5893314" cy="318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What is an algorithm?</a:t>
            </a:r>
          </a:p>
        </p:txBody>
      </p:sp>
      <p:pic>
        <p:nvPicPr>
          <p:cNvPr id="4" name="Content Placeholder 3" descr="algorith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5516" y="1123837"/>
            <a:ext cx="4961815" cy="3930301"/>
          </a:xfrm>
          <a:prstGeom prst="rect">
            <a:avLst/>
          </a:prstGeom>
        </p:spPr>
      </p:pic>
      <p:sp>
        <p:nvSpPr>
          <p:cNvPr id="5" name="Oval Callout 4"/>
          <p:cNvSpPr/>
          <p:nvPr/>
        </p:nvSpPr>
        <p:spPr>
          <a:xfrm>
            <a:off x="8753301" y="424542"/>
            <a:ext cx="2128059" cy="1123837"/>
          </a:xfrm>
          <a:prstGeom prst="wedgeEllipseCallou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NOT!!!!</a:t>
            </a:r>
          </a:p>
        </p:txBody>
      </p:sp>
    </p:spTree>
    <p:extLst>
      <p:ext uri="{BB962C8B-B14F-4D97-AF65-F5344CB8AC3E}">
        <p14:creationId xmlns:p14="http://schemas.microsoft.com/office/powerpoint/2010/main" val="822503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structure ends when its condition is met?</a:t>
            </a:r>
          </a:p>
        </p:txBody>
      </p:sp>
      <p:pic>
        <p:nvPicPr>
          <p:cNvPr id="4" name="Content Placeholder 3" descr="Student visitor guides will be assessed in terms of each objective: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951" y="2011681"/>
            <a:ext cx="4828255" cy="2568632"/>
          </a:xfrm>
        </p:spPr>
      </p:pic>
    </p:spTree>
    <p:extLst>
      <p:ext uri="{BB962C8B-B14F-4D97-AF65-F5344CB8AC3E}">
        <p14:creationId xmlns:p14="http://schemas.microsoft.com/office/powerpoint/2010/main" val="2252907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What structure ends when its condition is met?</a:t>
            </a:r>
          </a:p>
        </p:txBody>
      </p:sp>
      <p:pic>
        <p:nvPicPr>
          <p:cNvPr id="4" name="Content Placeholder 3" descr="Student visitor guides will be assessed in terms of each objective: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951" y="2011681"/>
            <a:ext cx="4828255" cy="2568632"/>
          </a:xfrm>
        </p:spPr>
      </p:pic>
    </p:spTree>
    <p:extLst>
      <p:ext uri="{BB962C8B-B14F-4D97-AF65-F5344CB8AC3E}">
        <p14:creationId xmlns:p14="http://schemas.microsoft.com/office/powerpoint/2010/main" val="1889647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What control structure is in all programs?</a:t>
            </a:r>
          </a:p>
        </p:txBody>
      </p:sp>
      <p:pic>
        <p:nvPicPr>
          <p:cNvPr id="4" name="Content Placeholder 3" descr="sequenc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250" y="1675023"/>
            <a:ext cx="6190200" cy="349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3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r>
              <a:rPr lang="en-US" dirty="0"/>
              <a:t>What control structure is in all programs?</a:t>
            </a:r>
          </a:p>
        </p:txBody>
      </p:sp>
      <p:pic>
        <p:nvPicPr>
          <p:cNvPr id="4" name="Content Placeholder 3" descr="sequenc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250" y="1675023"/>
            <a:ext cx="6190200" cy="349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71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</a:t>
            </a:r>
            <a:br>
              <a:rPr lang="en-US" dirty="0"/>
            </a:br>
            <a:r>
              <a:rPr lang="en-US" dirty="0"/>
              <a:t>What is a logic structure?</a:t>
            </a:r>
          </a:p>
        </p:txBody>
      </p:sp>
      <p:pic>
        <p:nvPicPr>
          <p:cNvPr id="4" name="Content Placeholder 3" descr="logic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9086" y="1562793"/>
            <a:ext cx="5445692" cy="36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22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What is a logic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600" b="1" dirty="0"/>
              <a:t>Same as Control Structures</a:t>
            </a:r>
          </a:p>
        </p:txBody>
      </p:sp>
    </p:spTree>
    <p:extLst>
      <p:ext uri="{BB962C8B-B14F-4D97-AF65-F5344CB8AC3E}">
        <p14:creationId xmlns:p14="http://schemas.microsoft.com/office/powerpoint/2010/main" val="4049323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Instructions written in 0’s and 1’s are called ---------------------- language</a:t>
            </a:r>
            <a:r>
              <a:rPr lang="en-US" sz="2400" dirty="0"/>
              <a:t>.</a:t>
            </a:r>
          </a:p>
        </p:txBody>
      </p:sp>
      <p:pic>
        <p:nvPicPr>
          <p:cNvPr id="4" name="Picture 3" descr="machi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154" y="4019735"/>
            <a:ext cx="3096231" cy="247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2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Instructions written in 0’s and 1’s are called </a:t>
            </a:r>
            <a:r>
              <a:rPr lang="en-US" sz="2400" dirty="0">
                <a:solidFill>
                  <a:srgbClr val="0070C0"/>
                </a:solidFill>
              </a:rPr>
              <a:t>machine</a:t>
            </a:r>
            <a:r>
              <a:rPr lang="en-US" sz="2400" dirty="0"/>
              <a:t> language.</a:t>
            </a:r>
          </a:p>
        </p:txBody>
      </p:sp>
      <p:pic>
        <p:nvPicPr>
          <p:cNvPr id="4" name="Picture 3" descr="machi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111" y="3858896"/>
            <a:ext cx="3096231" cy="247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91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three basic control/logic structures are?</a:t>
            </a:r>
          </a:p>
        </p:txBody>
      </p:sp>
    </p:spTree>
    <p:extLst>
      <p:ext uri="{BB962C8B-B14F-4D97-AF65-F5344CB8AC3E}">
        <p14:creationId xmlns:p14="http://schemas.microsoft.com/office/powerpoint/2010/main" val="2763072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three basic control/logic structures are:</a:t>
            </a:r>
          </a:p>
          <a:p>
            <a:pPr lvl="1"/>
            <a:r>
              <a:rPr lang="en-US" sz="2400" dirty="0"/>
              <a:t>Sequence, Decision/Selection, and Repetition.</a:t>
            </a:r>
          </a:p>
        </p:txBody>
      </p:sp>
      <p:sp>
        <p:nvSpPr>
          <p:cNvPr id="5" name="AutoShape 2" descr="Image result for sequence"/>
          <p:cNvSpPr>
            <a:spLocks noChangeAspect="1" noChangeArrowheads="1"/>
          </p:cNvSpPr>
          <p:nvPr/>
        </p:nvSpPr>
        <p:spPr bwMode="auto">
          <a:xfrm>
            <a:off x="155575" y="-144463"/>
            <a:ext cx="1183550" cy="118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7" name="Picture 6" descr="sequ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016" y="585062"/>
            <a:ext cx="3514725" cy="1304925"/>
          </a:xfrm>
          <a:prstGeom prst="rect">
            <a:avLst/>
          </a:prstGeom>
        </p:spPr>
      </p:pic>
      <p:pic>
        <p:nvPicPr>
          <p:cNvPr id="8" name="Picture 7" descr="deci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297" y="4485442"/>
            <a:ext cx="2714625" cy="1685925"/>
          </a:xfrm>
          <a:prstGeom prst="rect">
            <a:avLst/>
          </a:prstGeom>
        </p:spPr>
      </p:pic>
      <p:pic>
        <p:nvPicPr>
          <p:cNvPr id="9" name="Picture 8" descr="l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067" y="48259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63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Which control structure is in all programs?</a:t>
            </a:r>
          </a:p>
        </p:txBody>
      </p:sp>
    </p:spTree>
    <p:extLst>
      <p:ext uri="{BB962C8B-B14F-4D97-AF65-F5344CB8AC3E}">
        <p14:creationId xmlns:p14="http://schemas.microsoft.com/office/powerpoint/2010/main" val="1685069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Which control structure is in all programs?  </a:t>
            </a:r>
            <a:r>
              <a:rPr lang="en-US" sz="2800" dirty="0">
                <a:solidFill>
                  <a:srgbClr val="0070C0"/>
                </a:solidFill>
              </a:rPr>
              <a:t>Sequence</a:t>
            </a:r>
          </a:p>
        </p:txBody>
      </p:sp>
      <p:pic>
        <p:nvPicPr>
          <p:cNvPr id="4" name="Picture 3" descr="sequ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424" y="4003956"/>
            <a:ext cx="5943600" cy="222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7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step by step instructions that accomplish a task are called?</a:t>
            </a:r>
          </a:p>
        </p:txBody>
      </p:sp>
    </p:spTree>
    <p:extLst>
      <p:ext uri="{BB962C8B-B14F-4D97-AF65-F5344CB8AC3E}">
        <p14:creationId xmlns:p14="http://schemas.microsoft.com/office/powerpoint/2010/main" val="493779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599338" cy="891895"/>
          </a:xfrm>
        </p:spPr>
        <p:txBody>
          <a:bodyPr/>
          <a:lstStyle/>
          <a:p>
            <a:r>
              <a:rPr lang="en-US" dirty="0"/>
              <a:t>Answer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780" y="2015732"/>
            <a:ext cx="2751590" cy="3718431"/>
          </a:xfrm>
        </p:spPr>
        <p:txBody>
          <a:bodyPr>
            <a:normAutofit/>
          </a:bodyPr>
          <a:lstStyle/>
          <a:p>
            <a:r>
              <a:rPr lang="en-US" sz="2800" dirty="0"/>
              <a:t>The step by step instructions that accomplish a task are called an?</a:t>
            </a:r>
          </a:p>
        </p:txBody>
      </p:sp>
      <p:pic>
        <p:nvPicPr>
          <p:cNvPr id="4" name="Picture 3" descr="algorithm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296" y="1519086"/>
            <a:ext cx="4193484" cy="300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0253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73</TotalTime>
  <Words>436</Words>
  <Application>Microsoft Office PowerPoint</Application>
  <PresentationFormat>Widescreen</PresentationFormat>
  <Paragraphs>78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Corbel</vt:lpstr>
      <vt:lpstr>Wingdings 2</vt:lpstr>
      <vt:lpstr>Frame</vt:lpstr>
      <vt:lpstr>Chapter 1 Review</vt:lpstr>
      <vt:lpstr>Question:   What are programs?</vt:lpstr>
      <vt:lpstr>Answer:   What are programs?</vt:lpstr>
      <vt:lpstr>Question:   What is coding?</vt:lpstr>
      <vt:lpstr>Answer:   What is coding?</vt:lpstr>
      <vt:lpstr>Question:   What is machine language?</vt:lpstr>
      <vt:lpstr>Answer:   What is machine language?</vt:lpstr>
      <vt:lpstr>Question:   What is Assembly Language?</vt:lpstr>
      <vt:lpstr>Answer: What is Assembly Language?</vt:lpstr>
      <vt:lpstr>Question:   What is an assembler?</vt:lpstr>
      <vt:lpstr>Answer:   What is an assembler?</vt:lpstr>
      <vt:lpstr>Question:   What is procedure –oriented program?</vt:lpstr>
      <vt:lpstr>Answer:   What is procedure –oriented program?</vt:lpstr>
      <vt:lpstr>Question:   What is  an Object Oriented program?</vt:lpstr>
      <vt:lpstr>Question:   What is  an Object Oriented program?</vt:lpstr>
      <vt:lpstr>Question:   What are programming control structures?</vt:lpstr>
      <vt:lpstr> Answer:   What are programming control structures?</vt:lpstr>
      <vt:lpstr>Question: What is an algorithm?</vt:lpstr>
      <vt:lpstr>What structure ends when its condition is met?</vt:lpstr>
      <vt:lpstr>Answer: What structure ends when its condition is met?</vt:lpstr>
      <vt:lpstr>Question: What control structure is in all programs?</vt:lpstr>
      <vt:lpstr>Answer:  What control structure is in all programs?</vt:lpstr>
      <vt:lpstr>Question: What is a logic structure?</vt:lpstr>
      <vt:lpstr>Answer: What is a logic structure?</vt:lpstr>
      <vt:lpstr>Question 1</vt:lpstr>
      <vt:lpstr>Answer 1</vt:lpstr>
      <vt:lpstr>Question 2</vt:lpstr>
      <vt:lpstr>Answer 2</vt:lpstr>
      <vt:lpstr>Question 3</vt:lpstr>
      <vt:lpstr>Answer 3</vt:lpstr>
      <vt:lpstr>Question 4</vt:lpstr>
      <vt:lpstr>Answer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Review</dc:title>
  <dc:creator>Kelly Hinson</dc:creator>
  <cp:lastModifiedBy>Kelly Hinson</cp:lastModifiedBy>
  <cp:revision>12</cp:revision>
  <dcterms:created xsi:type="dcterms:W3CDTF">2017-01-17T16:17:46Z</dcterms:created>
  <dcterms:modified xsi:type="dcterms:W3CDTF">2021-07-22T23:38:42Z</dcterms:modified>
</cp:coreProperties>
</file>