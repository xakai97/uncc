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48" r:id="rId1"/>
  </p:sldMasterIdLst>
  <p:notesMasterIdLst>
    <p:notesMasterId r:id="rId29"/>
  </p:notesMasterIdLst>
  <p:handoutMasterIdLst>
    <p:handoutMasterId r:id="rId30"/>
  </p:handoutMasterIdLst>
  <p:sldIdLst>
    <p:sldId id="487" r:id="rId2"/>
    <p:sldId id="319" r:id="rId3"/>
    <p:sldId id="257" r:id="rId4"/>
    <p:sldId id="482" r:id="rId5"/>
    <p:sldId id="464" r:id="rId6"/>
    <p:sldId id="483" r:id="rId7"/>
    <p:sldId id="484" r:id="rId8"/>
    <p:sldId id="465" r:id="rId9"/>
    <p:sldId id="467" r:id="rId10"/>
    <p:sldId id="468" r:id="rId11"/>
    <p:sldId id="469" r:id="rId12"/>
    <p:sldId id="470" r:id="rId13"/>
    <p:sldId id="466" r:id="rId14"/>
    <p:sldId id="471" r:id="rId15"/>
    <p:sldId id="476" r:id="rId16"/>
    <p:sldId id="474" r:id="rId17"/>
    <p:sldId id="479" r:id="rId18"/>
    <p:sldId id="475" r:id="rId19"/>
    <p:sldId id="472" r:id="rId20"/>
    <p:sldId id="477" r:id="rId21"/>
    <p:sldId id="445" r:id="rId22"/>
    <p:sldId id="446" r:id="rId23"/>
    <p:sldId id="488" r:id="rId24"/>
    <p:sldId id="463" r:id="rId25"/>
    <p:sldId id="485" r:id="rId26"/>
    <p:sldId id="486" r:id="rId27"/>
    <p:sldId id="489" r:id="rId28"/>
  </p:sldIdLst>
  <p:sldSz cx="9144000" cy="6858000" type="screen4x3"/>
  <p:notesSz cx="7077075" cy="9363075"/>
  <p:defaultTextStyle>
    <a:defPPr>
      <a:defRPr lang="en-US"/>
    </a:defPPr>
    <a:lvl1pPr algn="l" rtl="0" eaLnBrk="0" fontAlgn="base" hangingPunct="0">
      <a:spcBef>
        <a:spcPct val="0"/>
      </a:spcBef>
      <a:spcAft>
        <a:spcPct val="0"/>
      </a:spcAft>
      <a:defRPr sz="2000" kern="1200">
        <a:solidFill>
          <a:srgbClr val="FFFFFF"/>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000" kern="1200">
        <a:solidFill>
          <a:srgbClr val="FFFFFF"/>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000" kern="1200">
        <a:solidFill>
          <a:srgbClr val="FFFFFF"/>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000" kern="1200">
        <a:solidFill>
          <a:srgbClr val="FFFFFF"/>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000" kern="1200">
        <a:solidFill>
          <a:srgbClr val="FFFFFF"/>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000" kern="1200">
        <a:solidFill>
          <a:srgbClr val="FFFFFF"/>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000" kern="1200">
        <a:solidFill>
          <a:srgbClr val="FFFFFF"/>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000" kern="1200">
        <a:solidFill>
          <a:srgbClr val="FFFFFF"/>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000" kern="1200">
        <a:solidFill>
          <a:srgbClr val="FFFFFF"/>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49">
          <p15:clr>
            <a:srgbClr val="A4A3A4"/>
          </p15:clr>
        </p15:guide>
        <p15:guide id="2" pos="222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489A"/>
    <a:srgbClr val="3D92BD"/>
    <a:srgbClr val="EBFFB9"/>
    <a:srgbClr val="0033CC"/>
    <a:srgbClr val="FF0000"/>
    <a:srgbClr val="222222"/>
    <a:srgbClr val="FFFFFF"/>
    <a:srgbClr val="18B2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7" autoAdjust="0"/>
  </p:normalViewPr>
  <p:slideViewPr>
    <p:cSldViewPr>
      <p:cViewPr varScale="1">
        <p:scale>
          <a:sx n="108" d="100"/>
          <a:sy n="108" d="100"/>
        </p:scale>
        <p:origin x="106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14" y="-114"/>
      </p:cViewPr>
      <p:guideLst>
        <p:guide orient="horz" pos="2949"/>
        <p:guide pos="222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3A5D91CF-85E4-4506-B250-51AA79F381F7}"/>
              </a:ext>
            </a:extLst>
          </p:cNvPr>
          <p:cNvSpPr>
            <a:spLocks noGrp="1" noChangeArrowheads="1"/>
          </p:cNvSpPr>
          <p:nvPr>
            <p:ph type="hdr" sz="quarter"/>
          </p:nvPr>
        </p:nvSpPr>
        <p:spPr bwMode="auto">
          <a:xfrm>
            <a:off x="0" y="0"/>
            <a:ext cx="3067050" cy="468313"/>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eaLnBrk="1" hangingPunct="1">
              <a:defRPr sz="1200">
                <a:solidFill>
                  <a:schemeClr val="tx1"/>
                </a:solidFill>
                <a:latin typeface="Times New Roman" charset="0"/>
                <a:ea typeface="ＭＳ Ｐゴシック" charset="-128"/>
              </a:defRPr>
            </a:lvl1pPr>
          </a:lstStyle>
          <a:p>
            <a:pPr>
              <a:defRPr/>
            </a:pPr>
            <a:endParaRPr lang="en-US"/>
          </a:p>
        </p:txBody>
      </p:sp>
      <p:sp>
        <p:nvSpPr>
          <p:cNvPr id="122883" name="Rectangle 3">
            <a:extLst>
              <a:ext uri="{FF2B5EF4-FFF2-40B4-BE49-F238E27FC236}">
                <a16:creationId xmlns:a16="http://schemas.microsoft.com/office/drawing/2014/main" id="{F11CE74B-2450-4A3C-8ECA-F625C55FB35D}"/>
              </a:ext>
            </a:extLst>
          </p:cNvPr>
          <p:cNvSpPr>
            <a:spLocks noGrp="1" noChangeArrowheads="1"/>
          </p:cNvSpPr>
          <p:nvPr>
            <p:ph type="dt" sz="quarter" idx="1"/>
          </p:nvPr>
        </p:nvSpPr>
        <p:spPr bwMode="auto">
          <a:xfrm>
            <a:off x="4008438" y="0"/>
            <a:ext cx="3067050" cy="468313"/>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eaLnBrk="1" hangingPunct="1">
              <a:defRPr sz="1200">
                <a:solidFill>
                  <a:schemeClr val="tx1"/>
                </a:solidFill>
                <a:latin typeface="Times New Roman" charset="0"/>
                <a:ea typeface="ＭＳ Ｐゴシック" charset="-128"/>
              </a:defRPr>
            </a:lvl1pPr>
          </a:lstStyle>
          <a:p>
            <a:pPr>
              <a:defRPr/>
            </a:pPr>
            <a:endParaRPr lang="en-US"/>
          </a:p>
        </p:txBody>
      </p:sp>
      <p:sp>
        <p:nvSpPr>
          <p:cNvPr id="122884" name="Rectangle 4">
            <a:extLst>
              <a:ext uri="{FF2B5EF4-FFF2-40B4-BE49-F238E27FC236}">
                <a16:creationId xmlns:a16="http://schemas.microsoft.com/office/drawing/2014/main" id="{C1259D68-0715-44D6-8F49-C0373C8252EA}"/>
              </a:ext>
            </a:extLst>
          </p:cNvPr>
          <p:cNvSpPr>
            <a:spLocks noGrp="1" noChangeArrowheads="1"/>
          </p:cNvSpPr>
          <p:nvPr>
            <p:ph type="ftr" sz="quarter" idx="2"/>
          </p:nvPr>
        </p:nvSpPr>
        <p:spPr bwMode="auto">
          <a:xfrm>
            <a:off x="0" y="8893175"/>
            <a:ext cx="3067050" cy="468313"/>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eaLnBrk="1" hangingPunct="1">
              <a:defRPr sz="1200">
                <a:solidFill>
                  <a:schemeClr val="tx1"/>
                </a:solidFill>
                <a:latin typeface="Times New Roman" charset="0"/>
                <a:ea typeface="ＭＳ Ｐゴシック" charset="-128"/>
              </a:defRPr>
            </a:lvl1pPr>
          </a:lstStyle>
          <a:p>
            <a:pPr>
              <a:defRPr/>
            </a:pPr>
            <a:endParaRPr lang="en-US"/>
          </a:p>
        </p:txBody>
      </p:sp>
      <p:sp>
        <p:nvSpPr>
          <p:cNvPr id="122885" name="Rectangle 5">
            <a:extLst>
              <a:ext uri="{FF2B5EF4-FFF2-40B4-BE49-F238E27FC236}">
                <a16:creationId xmlns:a16="http://schemas.microsoft.com/office/drawing/2014/main" id="{21848F16-9DFE-42E7-A7AB-D04C95BA6D72}"/>
              </a:ext>
            </a:extLst>
          </p:cNvPr>
          <p:cNvSpPr>
            <a:spLocks noGrp="1" noChangeArrowheads="1"/>
          </p:cNvSpPr>
          <p:nvPr>
            <p:ph type="sldNum" sz="quarter" idx="3"/>
          </p:nvPr>
        </p:nvSpPr>
        <p:spPr bwMode="auto">
          <a:xfrm>
            <a:off x="4008438" y="8893175"/>
            <a:ext cx="3067050" cy="468313"/>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eaLnBrk="1" hangingPunct="1">
              <a:defRPr sz="1200">
                <a:solidFill>
                  <a:schemeClr val="tx1"/>
                </a:solidFill>
              </a:defRPr>
            </a:lvl1pPr>
          </a:lstStyle>
          <a:p>
            <a:pPr>
              <a:defRPr/>
            </a:pPr>
            <a:fld id="{8E209E51-1318-48B1-9A48-2A794E0384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242D39C-4FD9-4289-8EC6-30B63B7C4B6C}"/>
              </a:ext>
            </a:extLst>
          </p:cNvPr>
          <p:cNvSpPr>
            <a:spLocks noGrp="1" noChangeArrowheads="1"/>
          </p:cNvSpPr>
          <p:nvPr>
            <p:ph type="hdr" sz="quarter"/>
          </p:nvPr>
        </p:nvSpPr>
        <p:spPr bwMode="auto">
          <a:xfrm>
            <a:off x="0" y="0"/>
            <a:ext cx="3067050" cy="468313"/>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eaLnBrk="1" hangingPunct="1">
              <a:defRPr sz="1200">
                <a:solidFill>
                  <a:schemeClr val="tx1"/>
                </a:solidFill>
                <a:latin typeface="Times New Roman" charset="0"/>
                <a:ea typeface="ＭＳ Ｐゴシック" charset="-128"/>
              </a:defRPr>
            </a:lvl1pPr>
          </a:lstStyle>
          <a:p>
            <a:pPr>
              <a:defRPr/>
            </a:pPr>
            <a:endParaRPr lang="en-US"/>
          </a:p>
        </p:txBody>
      </p:sp>
      <p:sp>
        <p:nvSpPr>
          <p:cNvPr id="64515" name="Rectangle 3">
            <a:extLst>
              <a:ext uri="{FF2B5EF4-FFF2-40B4-BE49-F238E27FC236}">
                <a16:creationId xmlns:a16="http://schemas.microsoft.com/office/drawing/2014/main" id="{F87BB574-1E30-47BB-AA21-F2471489C23D}"/>
              </a:ext>
            </a:extLst>
          </p:cNvPr>
          <p:cNvSpPr>
            <a:spLocks noGrp="1" noChangeArrowheads="1"/>
          </p:cNvSpPr>
          <p:nvPr>
            <p:ph type="dt" idx="1"/>
          </p:nvPr>
        </p:nvSpPr>
        <p:spPr bwMode="auto">
          <a:xfrm>
            <a:off x="4008438" y="0"/>
            <a:ext cx="3067050" cy="468313"/>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eaLnBrk="1" hangingPunct="1">
              <a:defRPr sz="1200">
                <a:solidFill>
                  <a:schemeClr val="tx1"/>
                </a:solidFill>
                <a:latin typeface="Times New Roman" charset="0"/>
                <a:ea typeface="ＭＳ Ｐゴシック" charset="-128"/>
              </a:defRPr>
            </a:lvl1pPr>
          </a:lstStyle>
          <a:p>
            <a:pPr>
              <a:defRPr/>
            </a:pPr>
            <a:endParaRPr lang="en-US"/>
          </a:p>
        </p:txBody>
      </p:sp>
      <p:sp>
        <p:nvSpPr>
          <p:cNvPr id="5124" name="Rectangle 4">
            <a:extLst>
              <a:ext uri="{FF2B5EF4-FFF2-40B4-BE49-F238E27FC236}">
                <a16:creationId xmlns:a16="http://schemas.microsoft.com/office/drawing/2014/main" id="{618C8E54-2D75-4106-B18F-40C19341BD1E}"/>
              </a:ext>
            </a:extLst>
          </p:cNvPr>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7" name="Rectangle 5">
            <a:extLst>
              <a:ext uri="{FF2B5EF4-FFF2-40B4-BE49-F238E27FC236}">
                <a16:creationId xmlns:a16="http://schemas.microsoft.com/office/drawing/2014/main" id="{499F6110-BDA9-4BF8-BF43-091CAA73A9A6}"/>
              </a:ext>
            </a:extLst>
          </p:cNvPr>
          <p:cNvSpPr>
            <a:spLocks noGrp="1" noChangeArrowheads="1"/>
          </p:cNvSpPr>
          <p:nvPr>
            <p:ph type="body" sz="quarter" idx="3"/>
          </p:nvPr>
        </p:nvSpPr>
        <p:spPr bwMode="auto">
          <a:xfrm>
            <a:off x="708025" y="4448175"/>
            <a:ext cx="5661025" cy="4213225"/>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a:extLst>
              <a:ext uri="{FF2B5EF4-FFF2-40B4-BE49-F238E27FC236}">
                <a16:creationId xmlns:a16="http://schemas.microsoft.com/office/drawing/2014/main" id="{E700F43A-2793-44DF-9D2E-E9AE6B7F65DB}"/>
              </a:ext>
            </a:extLst>
          </p:cNvPr>
          <p:cNvSpPr>
            <a:spLocks noGrp="1" noChangeArrowheads="1"/>
          </p:cNvSpPr>
          <p:nvPr>
            <p:ph type="ftr" sz="quarter" idx="4"/>
          </p:nvPr>
        </p:nvSpPr>
        <p:spPr bwMode="auto">
          <a:xfrm>
            <a:off x="0" y="8893175"/>
            <a:ext cx="3067050" cy="468313"/>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eaLnBrk="1" hangingPunct="1">
              <a:defRPr sz="1200">
                <a:solidFill>
                  <a:schemeClr val="tx1"/>
                </a:solidFill>
                <a:latin typeface="Times New Roman" charset="0"/>
                <a:ea typeface="ＭＳ Ｐゴシック" charset="-128"/>
              </a:defRPr>
            </a:lvl1pPr>
          </a:lstStyle>
          <a:p>
            <a:pPr>
              <a:defRPr/>
            </a:pPr>
            <a:endParaRPr lang="en-US"/>
          </a:p>
        </p:txBody>
      </p:sp>
      <p:sp>
        <p:nvSpPr>
          <p:cNvPr id="64519" name="Rectangle 7">
            <a:extLst>
              <a:ext uri="{FF2B5EF4-FFF2-40B4-BE49-F238E27FC236}">
                <a16:creationId xmlns:a16="http://schemas.microsoft.com/office/drawing/2014/main" id="{26594061-D440-41D3-8BB8-634B3EDC10FD}"/>
              </a:ext>
            </a:extLst>
          </p:cNvPr>
          <p:cNvSpPr>
            <a:spLocks noGrp="1" noChangeArrowheads="1"/>
          </p:cNvSpPr>
          <p:nvPr>
            <p:ph type="sldNum" sz="quarter" idx="5"/>
          </p:nvPr>
        </p:nvSpPr>
        <p:spPr bwMode="auto">
          <a:xfrm>
            <a:off x="4008438" y="8893175"/>
            <a:ext cx="3067050" cy="468313"/>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eaLnBrk="1" hangingPunct="1">
              <a:defRPr sz="1200">
                <a:solidFill>
                  <a:schemeClr val="tx1"/>
                </a:solidFill>
              </a:defRPr>
            </a:lvl1pPr>
          </a:lstStyle>
          <a:p>
            <a:pPr>
              <a:defRPr/>
            </a:pPr>
            <a:fld id="{CF499B9D-18C9-407A-AE57-92FA34BCC62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6F91F2FD-36F7-4DB2-A821-2ADA04269541}"/>
              </a:ext>
            </a:extLst>
          </p:cNvPr>
          <p:cNvSpPr>
            <a:spLocks noGrp="1" noRot="1" noChangeAspect="1" noTextEdit="1"/>
          </p:cNvSpPr>
          <p:nvPr>
            <p:ph type="sldImg"/>
          </p:nvPr>
        </p:nvSpPr>
        <p:spPr>
          <a:ln/>
        </p:spPr>
      </p:sp>
      <p:sp>
        <p:nvSpPr>
          <p:cNvPr id="8195" name="Notes Placeholder 2">
            <a:extLst>
              <a:ext uri="{FF2B5EF4-FFF2-40B4-BE49-F238E27FC236}">
                <a16:creationId xmlns:a16="http://schemas.microsoft.com/office/drawing/2014/main" id="{09917C42-32EB-4C16-AE43-AA25E03B385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8196" name="Slide Number Placeholder 3">
            <a:extLst>
              <a:ext uri="{FF2B5EF4-FFF2-40B4-BE49-F238E27FC236}">
                <a16:creationId xmlns:a16="http://schemas.microsoft.com/office/drawing/2014/main" id="{FA21744F-6D52-4B38-9CBC-A98C5E302D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7B26F6E-4A44-4139-9C95-3F2E219504CF}"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275D752D-18D3-4288-93C0-8BEC0316FF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98F5A0E-C86C-40D5-AB15-FD3DBBA0B42E}" type="slidenum">
              <a:rPr lang="en-US" altLang="en-US" smtClean="0"/>
              <a:pPr>
                <a:spcBef>
                  <a:spcPct val="0"/>
                </a:spcBef>
              </a:pPr>
              <a:t>2</a:t>
            </a:fld>
            <a:endParaRPr lang="en-US" altLang="en-US"/>
          </a:p>
        </p:txBody>
      </p:sp>
      <p:sp>
        <p:nvSpPr>
          <p:cNvPr id="10243" name="Rectangle 2">
            <a:extLst>
              <a:ext uri="{FF2B5EF4-FFF2-40B4-BE49-F238E27FC236}">
                <a16:creationId xmlns:a16="http://schemas.microsoft.com/office/drawing/2014/main" id="{00E15344-A7AE-4F6E-BAFE-9553D738FAA4}"/>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B5AE733-CECE-4E39-B923-78CEE8F478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1BB28AAB-234D-4DA3-BB6A-C41638C3A6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ECA91E4-B857-461E-B215-D310D64C6D29}" type="slidenum">
              <a:rPr lang="en-US" altLang="en-US" smtClean="0"/>
              <a:pPr>
                <a:spcBef>
                  <a:spcPct val="0"/>
                </a:spcBef>
              </a:pPr>
              <a:t>3</a:t>
            </a:fld>
            <a:endParaRPr lang="en-US" altLang="en-US"/>
          </a:p>
        </p:txBody>
      </p:sp>
      <p:sp>
        <p:nvSpPr>
          <p:cNvPr id="12291" name="Rectangle 2">
            <a:extLst>
              <a:ext uri="{FF2B5EF4-FFF2-40B4-BE49-F238E27FC236}">
                <a16:creationId xmlns:a16="http://schemas.microsoft.com/office/drawing/2014/main" id="{1CD11664-E5FE-4131-B8E9-49035C5BE0FE}"/>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AA903259-9CA7-4892-8A3E-7946BD2900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46BB2874-A9CB-4FFA-8509-B6A65695360E}"/>
              </a:ext>
            </a:extLst>
          </p:cNvPr>
          <p:cNvSpPr>
            <a:spLocks noGrp="1" noRot="1" noChangeAspect="1" noTextEdit="1"/>
          </p:cNvSpPr>
          <p:nvPr>
            <p:ph type="sldImg"/>
          </p:nvPr>
        </p:nvSpPr>
        <p:spPr>
          <a:ln/>
        </p:spPr>
      </p:sp>
      <p:sp>
        <p:nvSpPr>
          <p:cNvPr id="14339" name="Notes Placeholder 2">
            <a:extLst>
              <a:ext uri="{FF2B5EF4-FFF2-40B4-BE49-F238E27FC236}">
                <a16:creationId xmlns:a16="http://schemas.microsoft.com/office/drawing/2014/main" id="{AB676ADE-1A53-4BB5-8E2B-B9D134F0B6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14340" name="Slide Number Placeholder 3">
            <a:extLst>
              <a:ext uri="{FF2B5EF4-FFF2-40B4-BE49-F238E27FC236}">
                <a16:creationId xmlns:a16="http://schemas.microsoft.com/office/drawing/2014/main" id="{242678C9-1BB2-45A8-BBAA-D761B466B1D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9FCC1691-101E-40CE-8CC7-2B419EBB104B}" type="slidenum">
              <a:rPr lang="en-US" altLang="en-US" smtClean="0"/>
              <a:pPr>
                <a:spcBef>
                  <a:spcPct val="0"/>
                </a:spcBef>
              </a:pPr>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D953A553-9355-49B8-B06D-97EE0E4CD151}"/>
              </a:ext>
            </a:extLst>
          </p:cNvPr>
          <p:cNvSpPr>
            <a:spLocks noGrp="1" noRot="1" noChangeAspect="1" noTextEdit="1"/>
          </p:cNvSpPr>
          <p:nvPr>
            <p:ph type="sldImg"/>
          </p:nvPr>
        </p:nvSpPr>
        <p:spPr>
          <a:ln/>
        </p:spPr>
      </p:sp>
      <p:sp>
        <p:nvSpPr>
          <p:cNvPr id="16387" name="Notes Placeholder 2">
            <a:extLst>
              <a:ext uri="{FF2B5EF4-FFF2-40B4-BE49-F238E27FC236}">
                <a16:creationId xmlns:a16="http://schemas.microsoft.com/office/drawing/2014/main" id="{79094AA9-43EB-46DB-9921-2DC37D7480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16388" name="Slide Number Placeholder 3">
            <a:extLst>
              <a:ext uri="{FF2B5EF4-FFF2-40B4-BE49-F238E27FC236}">
                <a16:creationId xmlns:a16="http://schemas.microsoft.com/office/drawing/2014/main" id="{FA2E5D28-8EA2-4D83-A67A-08BDA510C09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B663425-AB40-4E5F-B07C-FDB734E4E31F}" type="slidenum">
              <a:rPr lang="en-US" altLang="en-US" smtClean="0"/>
              <a:pPr>
                <a:spcBef>
                  <a:spcPct val="0"/>
                </a:spcBef>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B43E9B62-2B28-4CEA-96A4-C79C33A2EF20}"/>
              </a:ext>
            </a:extLst>
          </p:cNvPr>
          <p:cNvSpPr>
            <a:spLocks noGrp="1" noRot="1" noChangeAspect="1" noTextEdit="1"/>
          </p:cNvSpPr>
          <p:nvPr>
            <p:ph type="sldImg"/>
          </p:nvPr>
        </p:nvSpPr>
        <p:spPr>
          <a:ln/>
        </p:spPr>
      </p:sp>
      <p:sp>
        <p:nvSpPr>
          <p:cNvPr id="18435" name="Notes Placeholder 2">
            <a:extLst>
              <a:ext uri="{FF2B5EF4-FFF2-40B4-BE49-F238E27FC236}">
                <a16:creationId xmlns:a16="http://schemas.microsoft.com/office/drawing/2014/main" id="{142CD263-E13E-43A7-92AE-6AF0D91A0F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18436" name="Slide Number Placeholder 3">
            <a:extLst>
              <a:ext uri="{FF2B5EF4-FFF2-40B4-BE49-F238E27FC236}">
                <a16:creationId xmlns:a16="http://schemas.microsoft.com/office/drawing/2014/main" id="{1DAF506C-8F14-4611-AF77-1320B30194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8957C4A-3522-42BA-976B-3A99C9871FC1}" type="slidenum">
              <a:rPr lang="en-US" altLang="en-US" smtClean="0"/>
              <a:pPr>
                <a:spcBef>
                  <a:spcPct val="0"/>
                </a:spcBef>
              </a:pPr>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24C037C5-C690-45A0-A028-08BBBE6D077A}"/>
              </a:ext>
            </a:extLst>
          </p:cNvPr>
          <p:cNvSpPr>
            <a:spLocks noGrp="1" noRot="1" noChangeAspect="1" noTextEdit="1"/>
          </p:cNvSpPr>
          <p:nvPr>
            <p:ph type="sldImg"/>
          </p:nvPr>
        </p:nvSpPr>
        <p:spPr>
          <a:ln/>
        </p:spPr>
      </p:sp>
      <p:sp>
        <p:nvSpPr>
          <p:cNvPr id="20483" name="Notes Placeholder 2">
            <a:extLst>
              <a:ext uri="{FF2B5EF4-FFF2-40B4-BE49-F238E27FC236}">
                <a16:creationId xmlns:a16="http://schemas.microsoft.com/office/drawing/2014/main" id="{8485FAE8-CA00-427A-84E8-B196CE0B4F8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20484" name="Slide Number Placeholder 3">
            <a:extLst>
              <a:ext uri="{FF2B5EF4-FFF2-40B4-BE49-F238E27FC236}">
                <a16:creationId xmlns:a16="http://schemas.microsoft.com/office/drawing/2014/main" id="{5DAAD2BF-CD81-4850-A98B-C68EC9736C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FA9B084-E899-4350-A6C7-57174E68720C}" type="slidenum">
              <a:rPr lang="en-US" altLang="en-US" smtClean="0"/>
              <a:pPr>
                <a:spcBef>
                  <a:spcPct val="0"/>
                </a:spcBef>
              </a:pPr>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22A1FD54-14C5-4A97-A2AE-137B39F23FB7}"/>
              </a:ext>
            </a:extLst>
          </p:cNvPr>
          <p:cNvSpPr>
            <a:spLocks noGrp="1" noRot="1" noChangeAspect="1" noTextEdit="1"/>
          </p:cNvSpPr>
          <p:nvPr>
            <p:ph type="sldImg"/>
          </p:nvPr>
        </p:nvSpPr>
        <p:spPr>
          <a:ln/>
        </p:spPr>
      </p:sp>
      <p:sp>
        <p:nvSpPr>
          <p:cNvPr id="22531" name="Notes Placeholder 2">
            <a:extLst>
              <a:ext uri="{FF2B5EF4-FFF2-40B4-BE49-F238E27FC236}">
                <a16:creationId xmlns:a16="http://schemas.microsoft.com/office/drawing/2014/main" id="{44BDCBBD-CDDE-44C7-87C3-56988135CA7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22532" name="Slide Number Placeholder 3">
            <a:extLst>
              <a:ext uri="{FF2B5EF4-FFF2-40B4-BE49-F238E27FC236}">
                <a16:creationId xmlns:a16="http://schemas.microsoft.com/office/drawing/2014/main" id="{51223E95-8C48-4419-ACAD-E23A6B41B4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46A3CCE-8609-4107-8874-999B42606863}" type="slidenum">
              <a:rPr lang="en-US" altLang="en-US" smtClean="0"/>
              <a:pPr>
                <a:spcBef>
                  <a:spcPct val="0"/>
                </a:spcBef>
              </a:pPr>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6404C641-AFA5-4AC5-9398-796F88C57AEA}"/>
              </a:ext>
            </a:extLst>
          </p:cNvPr>
          <p:cNvSpPr>
            <a:spLocks noGrp="1" noRot="1" noChangeAspect="1" noTextEdit="1"/>
          </p:cNvSpPr>
          <p:nvPr>
            <p:ph type="sldImg"/>
          </p:nvPr>
        </p:nvSpPr>
        <p:spPr>
          <a:ln/>
        </p:spPr>
      </p:sp>
      <p:sp>
        <p:nvSpPr>
          <p:cNvPr id="24579" name="Notes Placeholder 2">
            <a:extLst>
              <a:ext uri="{FF2B5EF4-FFF2-40B4-BE49-F238E27FC236}">
                <a16:creationId xmlns:a16="http://schemas.microsoft.com/office/drawing/2014/main" id="{2160452B-17F1-4092-8264-8DA8B779D3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24580" name="Slide Number Placeholder 3">
            <a:extLst>
              <a:ext uri="{FF2B5EF4-FFF2-40B4-BE49-F238E27FC236}">
                <a16:creationId xmlns:a16="http://schemas.microsoft.com/office/drawing/2014/main" id="{693E238F-7D5F-4EE3-9EC2-EBCE182080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C8E08C3-E835-4F04-B1E0-2DF357096BB7}" type="slidenum">
              <a:rPr lang="en-US" altLang="en-US" smtClean="0"/>
              <a:pPr>
                <a:spcBef>
                  <a:spcPct val="0"/>
                </a:spcBef>
              </a:pPr>
              <a:t>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B8B836DA-995C-41B6-9678-FF76B06D4099}"/>
              </a:ext>
            </a:extLst>
          </p:cNvPr>
          <p:cNvSpPr>
            <a:spLocks noGrp="1" noRot="1" noChangeAspect="1" noTextEdit="1"/>
          </p:cNvSpPr>
          <p:nvPr>
            <p:ph type="sldImg"/>
          </p:nvPr>
        </p:nvSpPr>
        <p:spPr>
          <a:ln/>
        </p:spPr>
      </p:sp>
      <p:sp>
        <p:nvSpPr>
          <p:cNvPr id="26627" name="Notes Placeholder 2">
            <a:extLst>
              <a:ext uri="{FF2B5EF4-FFF2-40B4-BE49-F238E27FC236}">
                <a16:creationId xmlns:a16="http://schemas.microsoft.com/office/drawing/2014/main" id="{CFD1B208-E7B2-4741-84A4-264361E1C0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26628" name="Slide Number Placeholder 3">
            <a:extLst>
              <a:ext uri="{FF2B5EF4-FFF2-40B4-BE49-F238E27FC236}">
                <a16:creationId xmlns:a16="http://schemas.microsoft.com/office/drawing/2014/main" id="{E08B75C8-5A4E-4147-A768-4232B726FD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44607DD-45D9-45D6-A092-785B6E032A6B}" type="slidenum">
              <a:rPr lang="en-US" altLang="en-US" smtClean="0"/>
              <a:pPr>
                <a:spcBef>
                  <a:spcPct val="0"/>
                </a:spcBef>
              </a:pPr>
              <a:t>10</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6C58919E-51C9-4F67-8559-FE8168BAA421}"/>
              </a:ext>
            </a:extLst>
          </p:cNvPr>
          <p:cNvSpPr>
            <a:spLocks noGrp="1" noRot="1" noChangeAspect="1" noTextEdit="1"/>
          </p:cNvSpPr>
          <p:nvPr>
            <p:ph type="sldImg"/>
          </p:nvPr>
        </p:nvSpPr>
        <p:spPr>
          <a:ln/>
        </p:spPr>
      </p:sp>
      <p:sp>
        <p:nvSpPr>
          <p:cNvPr id="28675" name="Notes Placeholder 2">
            <a:extLst>
              <a:ext uri="{FF2B5EF4-FFF2-40B4-BE49-F238E27FC236}">
                <a16:creationId xmlns:a16="http://schemas.microsoft.com/office/drawing/2014/main" id="{5B2F6CA0-3EAA-4982-ADFF-644C69CE28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28676" name="Slide Number Placeholder 3">
            <a:extLst>
              <a:ext uri="{FF2B5EF4-FFF2-40B4-BE49-F238E27FC236}">
                <a16:creationId xmlns:a16="http://schemas.microsoft.com/office/drawing/2014/main" id="{06981F88-109A-4186-8824-D44FDC914E5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9553EB2-C9F2-4ECB-9453-868948F57308}" type="slidenum">
              <a:rPr lang="en-US" altLang="en-US" smtClean="0"/>
              <a:pPr>
                <a:spcBef>
                  <a:spcPct val="0"/>
                </a:spcBef>
              </a:pPr>
              <a:t>11</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045A024E-5E5E-4206-AF7B-1DE79912DB56}"/>
              </a:ext>
            </a:extLst>
          </p:cNvPr>
          <p:cNvSpPr>
            <a:spLocks noGrp="1" noRot="1" noChangeAspect="1" noTextEdit="1"/>
          </p:cNvSpPr>
          <p:nvPr>
            <p:ph type="sldImg"/>
          </p:nvPr>
        </p:nvSpPr>
        <p:spPr>
          <a:ln/>
        </p:spPr>
      </p:sp>
      <p:sp>
        <p:nvSpPr>
          <p:cNvPr id="30723" name="Notes Placeholder 2">
            <a:extLst>
              <a:ext uri="{FF2B5EF4-FFF2-40B4-BE49-F238E27FC236}">
                <a16:creationId xmlns:a16="http://schemas.microsoft.com/office/drawing/2014/main" id="{CED7F088-E287-49EE-8E81-44D42B1344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30724" name="Slide Number Placeholder 3">
            <a:extLst>
              <a:ext uri="{FF2B5EF4-FFF2-40B4-BE49-F238E27FC236}">
                <a16:creationId xmlns:a16="http://schemas.microsoft.com/office/drawing/2014/main" id="{33BEE8BB-7347-4717-94F9-D83F809BE67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458ED89-556E-472F-89AB-18E1F3090BEC}" type="slidenum">
              <a:rPr lang="en-US" altLang="en-US" smtClean="0"/>
              <a:pPr>
                <a:spcBef>
                  <a:spcPct val="0"/>
                </a:spcBef>
              </a:pPr>
              <a:t>12</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4EF6DB53-9BFC-4256-AF3C-7382188C553F}"/>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10104DD4-5825-49DB-82B3-9F7A3CF083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32772" name="Slide Number Placeholder 3">
            <a:extLst>
              <a:ext uri="{FF2B5EF4-FFF2-40B4-BE49-F238E27FC236}">
                <a16:creationId xmlns:a16="http://schemas.microsoft.com/office/drawing/2014/main" id="{7361C395-9483-462E-AE55-E56BF11F9E9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FB151F7-EB89-4FB0-9CCD-6A3663875568}" type="slidenum">
              <a:rPr lang="en-US" altLang="en-US" smtClean="0"/>
              <a:pPr>
                <a:spcBef>
                  <a:spcPct val="0"/>
                </a:spcBef>
              </a:pPr>
              <a:t>13</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75CD1A66-8C9A-4210-84A8-F8DE7137EB61}"/>
              </a:ext>
            </a:extLst>
          </p:cNvPr>
          <p:cNvSpPr>
            <a:spLocks noGrp="1" noRot="1" noChangeAspect="1" noTextEdit="1"/>
          </p:cNvSpPr>
          <p:nvPr>
            <p:ph type="sldImg"/>
          </p:nvPr>
        </p:nvSpPr>
        <p:spPr>
          <a:ln/>
        </p:spPr>
      </p:sp>
      <p:sp>
        <p:nvSpPr>
          <p:cNvPr id="34819" name="Notes Placeholder 2">
            <a:extLst>
              <a:ext uri="{FF2B5EF4-FFF2-40B4-BE49-F238E27FC236}">
                <a16:creationId xmlns:a16="http://schemas.microsoft.com/office/drawing/2014/main" id="{296F4F3C-596D-45E4-85E7-7A824AFCA5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34820" name="Slide Number Placeholder 3">
            <a:extLst>
              <a:ext uri="{FF2B5EF4-FFF2-40B4-BE49-F238E27FC236}">
                <a16:creationId xmlns:a16="http://schemas.microsoft.com/office/drawing/2014/main" id="{F7315EE8-BA36-42FF-BADB-DBFCC3CA68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8048310-BA86-4DBC-BB78-CE4E4E704517}" type="slidenum">
              <a:rPr lang="en-US" altLang="en-US" smtClean="0"/>
              <a:pPr>
                <a:spcBef>
                  <a:spcPct val="0"/>
                </a:spcBef>
              </a:pPr>
              <a:t>14</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362E2936-F704-4DE7-B08C-92E6E786ECC5}"/>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34ACFE05-5FDD-4244-8943-A7676A2A619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36868" name="Slide Number Placeholder 3">
            <a:extLst>
              <a:ext uri="{FF2B5EF4-FFF2-40B4-BE49-F238E27FC236}">
                <a16:creationId xmlns:a16="http://schemas.microsoft.com/office/drawing/2014/main" id="{0A9FE85F-1FA0-4C3A-B740-88508B18608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2650D59-3554-439C-8F85-583F0C9C2E08}" type="slidenum">
              <a:rPr lang="en-US" altLang="en-US" smtClean="0"/>
              <a:pPr>
                <a:spcBef>
                  <a:spcPct val="0"/>
                </a:spcBef>
              </a:pPr>
              <a:t>15</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0FB8D679-9B8C-4432-8269-F0EB8E2B8F1A}"/>
              </a:ext>
            </a:extLst>
          </p:cNvPr>
          <p:cNvSpPr>
            <a:spLocks noGrp="1" noRot="1" noChangeAspect="1" noTextEdit="1"/>
          </p:cNvSpPr>
          <p:nvPr>
            <p:ph type="sldImg"/>
          </p:nvPr>
        </p:nvSpPr>
        <p:spPr>
          <a:ln/>
        </p:spPr>
      </p:sp>
      <p:sp>
        <p:nvSpPr>
          <p:cNvPr id="38915" name="Notes Placeholder 2">
            <a:extLst>
              <a:ext uri="{FF2B5EF4-FFF2-40B4-BE49-F238E27FC236}">
                <a16:creationId xmlns:a16="http://schemas.microsoft.com/office/drawing/2014/main" id="{3AE87033-6AB7-4492-96A4-39F4D956B60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38916" name="Slide Number Placeholder 3">
            <a:extLst>
              <a:ext uri="{FF2B5EF4-FFF2-40B4-BE49-F238E27FC236}">
                <a16:creationId xmlns:a16="http://schemas.microsoft.com/office/drawing/2014/main" id="{C423D987-455D-4E4E-864D-6CC8997575F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3CFC412-9AC4-422B-B8C9-CA309014D593}" type="slidenum">
              <a:rPr lang="en-US" altLang="en-US" smtClean="0"/>
              <a:pPr>
                <a:spcBef>
                  <a:spcPct val="0"/>
                </a:spcBef>
              </a:pPr>
              <a:t>16</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580960A9-4389-4D18-83F0-D71294F1B4E2}"/>
              </a:ext>
            </a:extLst>
          </p:cNvPr>
          <p:cNvSpPr>
            <a:spLocks noGrp="1" noRot="1" noChangeAspect="1" noTextEdit="1"/>
          </p:cNvSpPr>
          <p:nvPr>
            <p:ph type="sldImg"/>
          </p:nvPr>
        </p:nvSpPr>
        <p:spPr>
          <a:ln/>
        </p:spPr>
      </p:sp>
      <p:sp>
        <p:nvSpPr>
          <p:cNvPr id="40963" name="Notes Placeholder 2">
            <a:extLst>
              <a:ext uri="{FF2B5EF4-FFF2-40B4-BE49-F238E27FC236}">
                <a16:creationId xmlns:a16="http://schemas.microsoft.com/office/drawing/2014/main" id="{704D4B3B-D9FC-4C01-9BD8-3BCB06A6073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40964" name="Slide Number Placeholder 3">
            <a:extLst>
              <a:ext uri="{FF2B5EF4-FFF2-40B4-BE49-F238E27FC236}">
                <a16:creationId xmlns:a16="http://schemas.microsoft.com/office/drawing/2014/main" id="{571655A0-F28F-40AC-9502-B5435BB46B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10E457C-CDAA-4D1C-B631-1CD8F72065A1}" type="slidenum">
              <a:rPr lang="en-US" altLang="en-US" smtClean="0"/>
              <a:pPr>
                <a:spcBef>
                  <a:spcPct val="0"/>
                </a:spcBef>
              </a:pPr>
              <a:t>17</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13A8A9B6-0D18-45DF-BC66-C5F412F91E07}"/>
              </a:ext>
            </a:extLst>
          </p:cNvPr>
          <p:cNvSpPr>
            <a:spLocks noGrp="1" noRot="1" noChangeAspect="1" noTextEdit="1"/>
          </p:cNvSpPr>
          <p:nvPr>
            <p:ph type="sldImg"/>
          </p:nvPr>
        </p:nvSpPr>
        <p:spPr>
          <a:ln/>
        </p:spPr>
      </p:sp>
      <p:sp>
        <p:nvSpPr>
          <p:cNvPr id="43011" name="Notes Placeholder 2">
            <a:extLst>
              <a:ext uri="{FF2B5EF4-FFF2-40B4-BE49-F238E27FC236}">
                <a16:creationId xmlns:a16="http://schemas.microsoft.com/office/drawing/2014/main" id="{44D6E0F4-69A3-4B48-8C1F-F19FCA4F0A7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43012" name="Slide Number Placeholder 3">
            <a:extLst>
              <a:ext uri="{FF2B5EF4-FFF2-40B4-BE49-F238E27FC236}">
                <a16:creationId xmlns:a16="http://schemas.microsoft.com/office/drawing/2014/main" id="{6F47E619-05A7-454A-A8D3-7E0D01514B7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B314A26-DD5A-4DF5-B3E5-5D1D65E50089}" type="slidenum">
              <a:rPr lang="en-US" altLang="en-US" smtClean="0"/>
              <a:pPr>
                <a:spcBef>
                  <a:spcPct val="0"/>
                </a:spcBef>
              </a:pPr>
              <a:t>18</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37C24350-45BA-402C-AC48-0E398CB114A3}"/>
              </a:ext>
            </a:extLst>
          </p:cNvPr>
          <p:cNvSpPr>
            <a:spLocks noGrp="1" noRot="1" noChangeAspect="1" noTextEdit="1"/>
          </p:cNvSpPr>
          <p:nvPr>
            <p:ph type="sldImg"/>
          </p:nvPr>
        </p:nvSpPr>
        <p:spPr>
          <a:ln/>
        </p:spPr>
      </p:sp>
      <p:sp>
        <p:nvSpPr>
          <p:cNvPr id="45059" name="Notes Placeholder 2">
            <a:extLst>
              <a:ext uri="{FF2B5EF4-FFF2-40B4-BE49-F238E27FC236}">
                <a16:creationId xmlns:a16="http://schemas.microsoft.com/office/drawing/2014/main" id="{3EBF0FDC-9E86-4B37-8674-ED7B218146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45060" name="Slide Number Placeholder 3">
            <a:extLst>
              <a:ext uri="{FF2B5EF4-FFF2-40B4-BE49-F238E27FC236}">
                <a16:creationId xmlns:a16="http://schemas.microsoft.com/office/drawing/2014/main" id="{A5301C84-DB23-4847-A86B-9EE7EB088B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855D646-1551-4621-8C22-0F1456F981D3}" type="slidenum">
              <a:rPr lang="en-US" altLang="en-US" smtClean="0"/>
              <a:pPr>
                <a:spcBef>
                  <a:spcPct val="0"/>
                </a:spcBef>
              </a:pPr>
              <a:t>19</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66EC327D-FE2D-4172-86A1-AD123B92D532}"/>
              </a:ext>
            </a:extLst>
          </p:cNvPr>
          <p:cNvSpPr>
            <a:spLocks noGrp="1" noRot="1" noChangeAspect="1" noTextEdit="1"/>
          </p:cNvSpPr>
          <p:nvPr>
            <p:ph type="sldImg"/>
          </p:nvPr>
        </p:nvSpPr>
        <p:spPr>
          <a:ln/>
        </p:spPr>
      </p:sp>
      <p:sp>
        <p:nvSpPr>
          <p:cNvPr id="47107" name="Notes Placeholder 2">
            <a:extLst>
              <a:ext uri="{FF2B5EF4-FFF2-40B4-BE49-F238E27FC236}">
                <a16:creationId xmlns:a16="http://schemas.microsoft.com/office/drawing/2014/main" id="{92BFBD96-A8BD-4081-845B-398833F40FB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47108" name="Slide Number Placeholder 3">
            <a:extLst>
              <a:ext uri="{FF2B5EF4-FFF2-40B4-BE49-F238E27FC236}">
                <a16:creationId xmlns:a16="http://schemas.microsoft.com/office/drawing/2014/main" id="{5C7C7338-E8F3-4485-A3BE-B41E1956D6D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336B3B0-AEB4-4F43-90EF-B6D61115C88A}" type="slidenum">
              <a:rPr lang="en-US" altLang="en-US" smtClean="0"/>
              <a:pPr>
                <a:spcBef>
                  <a:spcPct val="0"/>
                </a:spcBef>
              </a:pPr>
              <a:t>20</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10E5FD32-B8EA-48A0-9016-1B24FEBC8C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635E308-719A-4228-BE52-40EE615D3893}" type="slidenum">
              <a:rPr lang="en-US" altLang="en-US" smtClean="0"/>
              <a:pPr>
                <a:spcBef>
                  <a:spcPct val="0"/>
                </a:spcBef>
              </a:pPr>
              <a:t>21</a:t>
            </a:fld>
            <a:endParaRPr lang="en-US" altLang="en-US"/>
          </a:p>
        </p:txBody>
      </p:sp>
      <p:sp>
        <p:nvSpPr>
          <p:cNvPr id="49155" name="Rectangle 2">
            <a:extLst>
              <a:ext uri="{FF2B5EF4-FFF2-40B4-BE49-F238E27FC236}">
                <a16:creationId xmlns:a16="http://schemas.microsoft.com/office/drawing/2014/main" id="{D1292DF6-9DB8-416C-97CA-E69F68DA033D}"/>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FED32F6D-6D2E-4095-AC62-F11F6860E9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752B8C4-35F9-43E8-A9C9-D3DFD4E162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4D896A8-7D99-48E8-93F8-AB0960EF6BA9}" type="slidenum">
              <a:rPr lang="en-US" altLang="en-US" smtClean="0"/>
              <a:pPr>
                <a:spcBef>
                  <a:spcPct val="0"/>
                </a:spcBef>
              </a:pPr>
              <a:t>22</a:t>
            </a:fld>
            <a:endParaRPr lang="en-US" altLang="en-US"/>
          </a:p>
        </p:txBody>
      </p:sp>
      <p:sp>
        <p:nvSpPr>
          <p:cNvPr id="51203" name="Rectangle 2">
            <a:extLst>
              <a:ext uri="{FF2B5EF4-FFF2-40B4-BE49-F238E27FC236}">
                <a16:creationId xmlns:a16="http://schemas.microsoft.com/office/drawing/2014/main" id="{D66AF49D-714D-4539-A3EE-D40D73D1ACFA}"/>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3AECDB96-144F-46D5-9085-C7B9BF8B8B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5BE107F5-EC2C-4D9F-BDAE-ABEE26C228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62AEF8A-8257-4C37-9A88-AD9D1D3682EE}" type="slidenum">
              <a:rPr lang="en-US" altLang="en-US" smtClean="0"/>
              <a:pPr>
                <a:spcBef>
                  <a:spcPct val="0"/>
                </a:spcBef>
              </a:pPr>
              <a:t>23</a:t>
            </a:fld>
            <a:endParaRPr lang="en-US" altLang="en-US"/>
          </a:p>
        </p:txBody>
      </p:sp>
      <p:sp>
        <p:nvSpPr>
          <p:cNvPr id="53251" name="Rectangle 2">
            <a:extLst>
              <a:ext uri="{FF2B5EF4-FFF2-40B4-BE49-F238E27FC236}">
                <a16:creationId xmlns:a16="http://schemas.microsoft.com/office/drawing/2014/main" id="{9688B90F-11B6-467A-B323-900BE15139B1}"/>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215F9EE5-074D-48DE-A3A2-6417A7D821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B80EF4FA-124B-4D58-A923-84E795367ADA}"/>
              </a:ext>
            </a:extLst>
          </p:cNvPr>
          <p:cNvSpPr>
            <a:spLocks noGrp="1" noRot="1" noChangeAspect="1" noTextEdit="1"/>
          </p:cNvSpPr>
          <p:nvPr>
            <p:ph type="sldImg"/>
          </p:nvPr>
        </p:nvSpPr>
        <p:spPr>
          <a:ln/>
        </p:spPr>
      </p:sp>
      <p:sp>
        <p:nvSpPr>
          <p:cNvPr id="55299" name="Notes Placeholder 2">
            <a:extLst>
              <a:ext uri="{FF2B5EF4-FFF2-40B4-BE49-F238E27FC236}">
                <a16:creationId xmlns:a16="http://schemas.microsoft.com/office/drawing/2014/main" id="{D995A463-B1A8-4DF4-ABAF-E354AD7364D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55300" name="Slide Number Placeholder 3">
            <a:extLst>
              <a:ext uri="{FF2B5EF4-FFF2-40B4-BE49-F238E27FC236}">
                <a16:creationId xmlns:a16="http://schemas.microsoft.com/office/drawing/2014/main" id="{47033462-768E-41FD-865D-B5A26C2A9C8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704554C-2D1E-4D41-9F66-0F49581E9BBD}" type="slidenum">
              <a:rPr lang="en-US" altLang="en-US" smtClean="0"/>
              <a:pPr>
                <a:spcBef>
                  <a:spcPct val="0"/>
                </a:spcBef>
              </a:pPr>
              <a:t>24</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55B94593-B769-4A40-A530-DC6B643401C7}"/>
              </a:ext>
            </a:extLst>
          </p:cNvPr>
          <p:cNvSpPr>
            <a:spLocks noGrp="1" noRot="1" noChangeAspect="1" noTextEdit="1"/>
          </p:cNvSpPr>
          <p:nvPr>
            <p:ph type="sldImg"/>
          </p:nvPr>
        </p:nvSpPr>
        <p:spPr>
          <a:ln/>
        </p:spPr>
      </p:sp>
      <p:sp>
        <p:nvSpPr>
          <p:cNvPr id="57347" name="Notes Placeholder 2">
            <a:extLst>
              <a:ext uri="{FF2B5EF4-FFF2-40B4-BE49-F238E27FC236}">
                <a16:creationId xmlns:a16="http://schemas.microsoft.com/office/drawing/2014/main" id="{B26C743F-DA19-4B98-9876-69BE4643626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57348" name="Slide Number Placeholder 3">
            <a:extLst>
              <a:ext uri="{FF2B5EF4-FFF2-40B4-BE49-F238E27FC236}">
                <a16:creationId xmlns:a16="http://schemas.microsoft.com/office/drawing/2014/main" id="{A45CF5BE-BDF1-4415-8BB7-440F89EE909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C950A43-0CE9-4D62-B3C8-487DB74E1FA8}" type="slidenum">
              <a:rPr lang="en-US" altLang="en-US" smtClean="0"/>
              <a:pPr>
                <a:spcBef>
                  <a:spcPct val="0"/>
                </a:spcBef>
              </a:pPr>
              <a:t>25</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7F015919-E9D5-4E06-B312-71C27C7B57C2}"/>
              </a:ext>
            </a:extLst>
          </p:cNvPr>
          <p:cNvSpPr>
            <a:spLocks noGrp="1" noRot="1" noChangeAspect="1" noTextEdit="1"/>
          </p:cNvSpPr>
          <p:nvPr>
            <p:ph type="sldImg"/>
          </p:nvPr>
        </p:nvSpPr>
        <p:spPr>
          <a:ln/>
        </p:spPr>
      </p:sp>
      <p:sp>
        <p:nvSpPr>
          <p:cNvPr id="59395" name="Notes Placeholder 2">
            <a:extLst>
              <a:ext uri="{FF2B5EF4-FFF2-40B4-BE49-F238E27FC236}">
                <a16:creationId xmlns:a16="http://schemas.microsoft.com/office/drawing/2014/main" id="{FCCA57A7-78B6-4C63-B9CF-45142375CA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59396" name="Slide Number Placeholder 3">
            <a:extLst>
              <a:ext uri="{FF2B5EF4-FFF2-40B4-BE49-F238E27FC236}">
                <a16:creationId xmlns:a16="http://schemas.microsoft.com/office/drawing/2014/main" id="{FFBF5630-CC18-41C8-BFB6-D0EE6F2EE4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DCDE98B-81F8-4C46-9334-F7BF877CC513}" type="slidenum">
              <a:rPr lang="en-US" altLang="en-US" smtClean="0"/>
              <a:pPr>
                <a:spcBef>
                  <a:spcPct val="0"/>
                </a:spcBef>
              </a:pPr>
              <a:t>26</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1E0F912B-8AAD-475F-BED8-D70DC2BB754A}"/>
              </a:ext>
            </a:extLst>
          </p:cNvPr>
          <p:cNvSpPr>
            <a:spLocks noGrp="1" noRot="1" noChangeAspect="1" noTextEdit="1"/>
          </p:cNvSpPr>
          <p:nvPr>
            <p:ph type="sldImg"/>
          </p:nvPr>
        </p:nvSpPr>
        <p:spPr>
          <a:ln/>
        </p:spPr>
      </p:sp>
      <p:sp>
        <p:nvSpPr>
          <p:cNvPr id="61443" name="Notes Placeholder 2">
            <a:extLst>
              <a:ext uri="{FF2B5EF4-FFF2-40B4-BE49-F238E27FC236}">
                <a16:creationId xmlns:a16="http://schemas.microsoft.com/office/drawing/2014/main" id="{E14F679D-2DB9-48D1-8BF0-DD072C8AF7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
        <p:nvSpPr>
          <p:cNvPr id="61444" name="Slide Number Placeholder 3">
            <a:extLst>
              <a:ext uri="{FF2B5EF4-FFF2-40B4-BE49-F238E27FC236}">
                <a16:creationId xmlns:a16="http://schemas.microsoft.com/office/drawing/2014/main" id="{62818A16-FAC6-40A3-99EA-BB4D626F0F4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09708A5-448B-473F-AE8C-F8C9D5D62016}" type="slidenum">
              <a:rPr lang="en-US" altLang="en-US" smtClean="0"/>
              <a:pPr>
                <a:spcBef>
                  <a:spcPct val="0"/>
                </a:spcBef>
              </a:pPr>
              <a:t>27</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298E96AA-971F-4B8B-AD3D-7164422C5C0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4800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8">
            <a:extLst>
              <a:ext uri="{FF2B5EF4-FFF2-40B4-BE49-F238E27FC236}">
                <a16:creationId xmlns:a16="http://schemas.microsoft.com/office/drawing/2014/main" id="{C7F9ABEA-7EAF-4D19-85F2-A451DB0AFEE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57255" y="38100"/>
            <a:ext cx="4800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A2791FA-61A3-4071-9D8A-B0A91D895F51}"/>
              </a:ext>
            </a:extLst>
          </p:cNvPr>
          <p:cNvSpPr txBox="1">
            <a:spLocks noChangeArrowheads="1"/>
          </p:cNvSpPr>
          <p:nvPr userDrawn="1"/>
        </p:nvSpPr>
        <p:spPr bwMode="auto">
          <a:xfrm>
            <a:off x="0" y="2895600"/>
            <a:ext cx="91440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rgbClr val="FFFFFF"/>
                </a:solidFill>
                <a:latin typeface="Times New Roman" panose="02020603050405020304" pitchFamily="18" charset="0"/>
                <a:ea typeface="ＭＳ Ｐゴシック" panose="020B0600070205080204" pitchFamily="34" charset="-128"/>
              </a:defRPr>
            </a:lvl1pPr>
            <a:lvl2pPr marL="742950" indent="-285750">
              <a:defRPr sz="2000">
                <a:solidFill>
                  <a:srgbClr val="FFFFFF"/>
                </a:solidFill>
                <a:latin typeface="Times New Roman" panose="02020603050405020304" pitchFamily="18" charset="0"/>
                <a:ea typeface="ＭＳ Ｐゴシック" panose="020B0600070205080204" pitchFamily="34" charset="-128"/>
              </a:defRPr>
            </a:lvl2pPr>
            <a:lvl3pPr marL="1143000" indent="-228600">
              <a:defRPr sz="2000">
                <a:solidFill>
                  <a:srgbClr val="FFFFFF"/>
                </a:solidFill>
                <a:latin typeface="Times New Roman" panose="02020603050405020304" pitchFamily="18" charset="0"/>
                <a:ea typeface="ＭＳ Ｐゴシック" panose="020B0600070205080204" pitchFamily="34" charset="-128"/>
              </a:defRPr>
            </a:lvl3pPr>
            <a:lvl4pPr marL="1600200" indent="-228600">
              <a:defRPr sz="2000">
                <a:solidFill>
                  <a:srgbClr val="FFFFFF"/>
                </a:solidFill>
                <a:latin typeface="Times New Roman" panose="02020603050405020304" pitchFamily="18" charset="0"/>
                <a:ea typeface="ＭＳ Ｐゴシック" panose="020B0600070205080204" pitchFamily="34" charset="-128"/>
              </a:defRPr>
            </a:lvl4pPr>
            <a:lvl5pPr marL="2057400" indent="-228600">
              <a:defRPr sz="2000">
                <a:solidFill>
                  <a:srgbClr val="FFFFFF"/>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9pPr>
          </a:lstStyle>
          <a:p>
            <a:pPr algn="ctr" eaLnBrk="1" hangingPunct="1">
              <a:defRPr/>
            </a:pPr>
            <a:r>
              <a:rPr lang="en-US" altLang="en-US" sz="3200">
                <a:solidFill>
                  <a:srgbClr val="0045AD"/>
                </a:solidFill>
                <a:latin typeface="Arial" panose="020B0604020202020204" pitchFamily="34" charset="0"/>
                <a:cs typeface="Arial" panose="020B0604020202020204" pitchFamily="34" charset="0"/>
              </a:rPr>
              <a:t>An Introduction to Programming with C++</a:t>
            </a:r>
          </a:p>
          <a:p>
            <a:pPr algn="ctr" eaLnBrk="1" hangingPunct="1">
              <a:defRPr/>
            </a:pPr>
            <a:r>
              <a:rPr lang="en-US" altLang="en-US" sz="3200">
                <a:solidFill>
                  <a:srgbClr val="0045AD"/>
                </a:solidFill>
                <a:latin typeface="Arial" panose="020B0604020202020204" pitchFamily="34" charset="0"/>
                <a:cs typeface="Arial" panose="020B0604020202020204" pitchFamily="34" charset="0"/>
              </a:rPr>
              <a:t>Eighth Edition</a:t>
            </a:r>
          </a:p>
        </p:txBody>
      </p:sp>
      <p:cxnSp>
        <p:nvCxnSpPr>
          <p:cNvPr id="6" name="Straight Connector 5">
            <a:extLst>
              <a:ext uri="{FF2B5EF4-FFF2-40B4-BE49-F238E27FC236}">
                <a16:creationId xmlns:a16="http://schemas.microsoft.com/office/drawing/2014/main" id="{EC54ADF9-3A7E-413D-8561-C0222E6B93A1}"/>
              </a:ext>
            </a:extLst>
          </p:cNvPr>
          <p:cNvCxnSpPr/>
          <p:nvPr userDrawn="1"/>
        </p:nvCxnSpPr>
        <p:spPr bwMode="auto">
          <a:xfrm>
            <a:off x="1828800" y="4343400"/>
            <a:ext cx="54864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36F9E11-ABB6-4138-9C5B-CE36CD832D23}"/>
              </a:ext>
            </a:extLst>
          </p:cNvPr>
          <p:cNvSpPr>
            <a:spLocks noGrp="1"/>
          </p:cNvSpPr>
          <p:nvPr>
            <p:ph type="title"/>
          </p:nvPr>
        </p:nvSpPr>
        <p:spPr>
          <a:xfrm>
            <a:off x="304800" y="4724372"/>
            <a:ext cx="8229600" cy="1143000"/>
          </a:xfrm>
        </p:spPr>
        <p:txBody>
          <a:bodyPr/>
          <a:lstStyle/>
          <a:p>
            <a:r>
              <a:rPr lang="en-US" dirty="0"/>
              <a:t>Click to edit Master title style</a:t>
            </a:r>
          </a:p>
        </p:txBody>
      </p:sp>
    </p:spTree>
    <p:extLst>
      <p:ext uri="{BB962C8B-B14F-4D97-AF65-F5344CB8AC3E}">
        <p14:creationId xmlns:p14="http://schemas.microsoft.com/office/powerpoint/2010/main" val="410647844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AF7FB1EB-6DAF-4C1C-BA80-3E91F875D43B}"/>
              </a:ext>
            </a:extLst>
          </p:cNvPr>
          <p:cNvSpPr txBox="1">
            <a:spLocks noChangeArrowheads="1"/>
          </p:cNvSpPr>
          <p:nvPr userDrawn="1"/>
        </p:nvSpPr>
        <p:spPr bwMode="auto">
          <a:xfrm>
            <a:off x="5486400" y="6324600"/>
            <a:ext cx="26670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rgbClr val="FFFFFF"/>
                </a:solidFill>
                <a:latin typeface="Times New Roman" panose="02020603050405020304" pitchFamily="18" charset="0"/>
                <a:ea typeface="ＭＳ Ｐゴシック" panose="020B0600070205080204" pitchFamily="34" charset="-128"/>
              </a:defRPr>
            </a:lvl1pPr>
            <a:lvl2pPr marL="742950" indent="-285750">
              <a:defRPr sz="2000">
                <a:solidFill>
                  <a:srgbClr val="FFFFFF"/>
                </a:solidFill>
                <a:latin typeface="Times New Roman" panose="02020603050405020304" pitchFamily="18" charset="0"/>
                <a:ea typeface="ＭＳ Ｐゴシック" panose="020B0600070205080204" pitchFamily="34" charset="-128"/>
              </a:defRPr>
            </a:lvl2pPr>
            <a:lvl3pPr marL="1143000" indent="-228600">
              <a:defRPr sz="2000">
                <a:solidFill>
                  <a:srgbClr val="FFFFFF"/>
                </a:solidFill>
                <a:latin typeface="Times New Roman" panose="02020603050405020304" pitchFamily="18" charset="0"/>
                <a:ea typeface="ＭＳ Ｐゴシック" panose="020B0600070205080204" pitchFamily="34" charset="-128"/>
              </a:defRPr>
            </a:lvl3pPr>
            <a:lvl4pPr marL="1600200" indent="-228600">
              <a:defRPr sz="2000">
                <a:solidFill>
                  <a:srgbClr val="FFFFFF"/>
                </a:solidFill>
                <a:latin typeface="Times New Roman" panose="02020603050405020304" pitchFamily="18" charset="0"/>
                <a:ea typeface="ＭＳ Ｐゴシック" panose="020B0600070205080204" pitchFamily="34" charset="-128"/>
              </a:defRPr>
            </a:lvl4pPr>
            <a:lvl5pPr marL="2057400" indent="-228600">
              <a:defRPr sz="2000">
                <a:solidFill>
                  <a:srgbClr val="FFFFFF"/>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9pPr>
          </a:lstStyle>
          <a:p>
            <a:r>
              <a:rPr lang="en-US" altLang="en-US" sz="800">
                <a:solidFill>
                  <a:schemeClr val="tx1"/>
                </a:solidFill>
              </a:rPr>
              <a:t>© 2016 Cengage Learning®. May not be scanned, copied or duplicated, or posted to a publicly accessible website, in whole or in part.</a:t>
            </a:r>
          </a:p>
          <a:p>
            <a:endParaRPr lang="en-US" altLang="en-US"/>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p:cNvSpPr>
            <a:spLocks noGrp="1"/>
          </p:cNvSpPr>
          <p:nvPr>
            <p:ph type="title"/>
          </p:nvPr>
        </p:nvSpPr>
        <p:spPr>
          <a:xfrm>
            <a:off x="609600" y="152400"/>
            <a:ext cx="8077200" cy="1143000"/>
          </a:xfrm>
          <a:prstGeom prst="roundRect">
            <a:avLst/>
          </a:prstGeom>
        </p:spPr>
        <p:txBody>
          <a:bodyPr/>
          <a:lstStyle>
            <a:lvl1pPr>
              <a:defRPr>
                <a:solidFill>
                  <a:schemeClr val="tx1"/>
                </a:solidFill>
              </a:defRPr>
            </a:lvl1pPr>
          </a:lstStyle>
          <a:p>
            <a:r>
              <a:rPr lang="en-US" dirty="0"/>
              <a:t>Click to edit Master title style</a:t>
            </a:r>
          </a:p>
        </p:txBody>
      </p:sp>
      <p:sp>
        <p:nvSpPr>
          <p:cNvPr id="5" name="Rectangle 5">
            <a:extLst>
              <a:ext uri="{FF2B5EF4-FFF2-40B4-BE49-F238E27FC236}">
                <a16:creationId xmlns:a16="http://schemas.microsoft.com/office/drawing/2014/main" id="{51EFBACB-0C66-4732-855D-366E11F67058}"/>
              </a:ext>
            </a:extLst>
          </p:cNvPr>
          <p:cNvSpPr>
            <a:spLocks noGrp="1" noChangeArrowheads="1"/>
          </p:cNvSpPr>
          <p:nvPr>
            <p:ph type="ftr" sz="quarter" idx="10"/>
          </p:nvPr>
        </p:nvSpPr>
        <p:spPr/>
        <p:txBody>
          <a:bodyPr/>
          <a:lstStyle>
            <a:lvl1pPr>
              <a:defRPr dirty="0">
                <a:solidFill>
                  <a:schemeClr val="tx1"/>
                </a:solidFill>
              </a:defRPr>
            </a:lvl1pPr>
          </a:lstStyle>
          <a:p>
            <a:pPr>
              <a:defRPr/>
            </a:pPr>
            <a:r>
              <a:rPr lang="en-US"/>
              <a:t>An Introduction to Programming with C++, Seventh Edition</a:t>
            </a:r>
          </a:p>
        </p:txBody>
      </p:sp>
      <p:sp>
        <p:nvSpPr>
          <p:cNvPr id="7" name="Slide Number Placeholder 6">
            <a:extLst>
              <a:ext uri="{FF2B5EF4-FFF2-40B4-BE49-F238E27FC236}">
                <a16:creationId xmlns:a16="http://schemas.microsoft.com/office/drawing/2014/main" id="{0D114EE0-8A72-4849-8A84-09C6CBBFB0BE}"/>
              </a:ext>
            </a:extLst>
          </p:cNvPr>
          <p:cNvSpPr>
            <a:spLocks noGrp="1" noChangeArrowheads="1"/>
          </p:cNvSpPr>
          <p:nvPr>
            <p:ph type="sldNum" sz="quarter" idx="11"/>
          </p:nvPr>
        </p:nvSpPr>
        <p:spPr/>
        <p:txBody>
          <a:bodyPr/>
          <a:lstStyle>
            <a:lvl1pPr>
              <a:defRPr>
                <a:solidFill>
                  <a:schemeClr val="tx1"/>
                </a:solidFill>
              </a:defRPr>
            </a:lvl1pPr>
          </a:lstStyle>
          <a:p>
            <a:pPr>
              <a:defRPr/>
            </a:pPr>
            <a:fld id="{BB41DDB9-00C9-4BB2-A3D3-FDA896B4A423}" type="slidenum">
              <a:rPr lang="en-US" altLang="en-US"/>
              <a:pPr>
                <a:defRPr/>
              </a:pPr>
              <a:t>‹#›</a:t>
            </a:fld>
            <a:endParaRPr lang="en-US" altLang="en-US"/>
          </a:p>
        </p:txBody>
      </p:sp>
    </p:spTree>
    <p:extLst>
      <p:ext uri="{BB962C8B-B14F-4D97-AF65-F5344CB8AC3E}">
        <p14:creationId xmlns:p14="http://schemas.microsoft.com/office/powerpoint/2010/main" val="3510548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04BBBAB-9055-4A69-8467-95CB39AF1B5A}"/>
              </a:ext>
            </a:extLst>
          </p:cNvPr>
          <p:cNvSpPr>
            <a:spLocks/>
          </p:cNvSpPr>
          <p:nvPr userDrawn="1"/>
        </p:nvSpPr>
        <p:spPr bwMode="auto">
          <a:xfrm>
            <a:off x="609600" y="152400"/>
            <a:ext cx="8077200" cy="11430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ＭＳ Ｐゴシック" panose="020B0600070205080204" pitchFamily="34" charset="-128"/>
              </a:defRPr>
            </a:lvl1pPr>
            <a:lvl2pPr marL="742950" indent="-285750">
              <a:defRPr sz="2000">
                <a:solidFill>
                  <a:srgbClr val="FFFFFF"/>
                </a:solidFill>
                <a:latin typeface="Times New Roman" panose="02020603050405020304" pitchFamily="18" charset="0"/>
                <a:ea typeface="ＭＳ Ｐゴシック" panose="020B0600070205080204" pitchFamily="34" charset="-128"/>
              </a:defRPr>
            </a:lvl2pPr>
            <a:lvl3pPr marL="1143000" indent="-228600">
              <a:defRPr sz="2000">
                <a:solidFill>
                  <a:srgbClr val="FFFFFF"/>
                </a:solidFill>
                <a:latin typeface="Times New Roman" panose="02020603050405020304" pitchFamily="18" charset="0"/>
                <a:ea typeface="ＭＳ Ｐゴシック" panose="020B0600070205080204" pitchFamily="34" charset="-128"/>
              </a:defRPr>
            </a:lvl3pPr>
            <a:lvl4pPr marL="1600200" indent="-228600">
              <a:defRPr sz="2000">
                <a:solidFill>
                  <a:srgbClr val="FFFFFF"/>
                </a:solidFill>
                <a:latin typeface="Times New Roman" panose="02020603050405020304" pitchFamily="18" charset="0"/>
                <a:ea typeface="ＭＳ Ｐゴシック" panose="020B0600070205080204" pitchFamily="34" charset="-128"/>
              </a:defRPr>
            </a:lvl4pPr>
            <a:lvl5pPr marL="2057400" indent="-228600">
              <a:defRPr sz="2000">
                <a:solidFill>
                  <a:srgbClr val="FFFFFF"/>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ＭＳ Ｐゴシック" panose="020B0600070205080204" pitchFamily="34" charset="-128"/>
              </a:defRPr>
            </a:lvl9pPr>
          </a:lstStyle>
          <a:p>
            <a:pPr algn="ctr">
              <a:defRPr/>
            </a:pPr>
            <a:r>
              <a:rPr lang="en-US" altLang="en-US" sz="3600">
                <a:solidFill>
                  <a:srgbClr val="16489A"/>
                </a:solidFill>
                <a:latin typeface="Trebuchet MS" panose="020B0603020202020204" pitchFamily="34" charset="0"/>
              </a:rPr>
              <a:t>Click to edit Master title style</a:t>
            </a:r>
          </a:p>
        </p:txBody>
      </p:sp>
      <p:sp>
        <p:nvSpPr>
          <p:cNvPr id="2" name="Title 1"/>
          <p:cNvSpPr>
            <a:spLocks noGrp="1"/>
          </p:cNvSpPr>
          <p:nvPr>
            <p:ph type="title"/>
          </p:nvPr>
        </p:nvSpPr>
        <p:spPr>
          <a:xfrm>
            <a:off x="722313" y="4406900"/>
            <a:ext cx="7772400" cy="1362075"/>
          </a:xfrm>
          <a:prstGeom prst="round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5">
            <a:extLst>
              <a:ext uri="{FF2B5EF4-FFF2-40B4-BE49-F238E27FC236}">
                <a16:creationId xmlns:a16="http://schemas.microsoft.com/office/drawing/2014/main" id="{306D7631-9C2F-48FB-AA74-903CDF904EE8}"/>
              </a:ext>
            </a:extLst>
          </p:cNvPr>
          <p:cNvSpPr>
            <a:spLocks noGrp="1" noChangeArrowheads="1"/>
          </p:cNvSpPr>
          <p:nvPr>
            <p:ph type="ftr" sz="quarter" idx="10"/>
          </p:nvPr>
        </p:nvSpPr>
        <p:spPr/>
        <p:txBody>
          <a:bodyPr/>
          <a:lstStyle>
            <a:lvl1pPr>
              <a:defRPr/>
            </a:lvl1pPr>
          </a:lstStyle>
          <a:p>
            <a:pPr>
              <a:defRPr/>
            </a:pPr>
            <a:r>
              <a:rPr lang="en-US"/>
              <a:t>An Introduction to Programming with C++, Seventh Edition</a:t>
            </a:r>
          </a:p>
        </p:txBody>
      </p:sp>
      <p:sp>
        <p:nvSpPr>
          <p:cNvPr id="6" name="Rectangle 6">
            <a:extLst>
              <a:ext uri="{FF2B5EF4-FFF2-40B4-BE49-F238E27FC236}">
                <a16:creationId xmlns:a16="http://schemas.microsoft.com/office/drawing/2014/main" id="{4C7A3470-5047-493D-885F-F71EB0953CD8}"/>
              </a:ext>
            </a:extLst>
          </p:cNvPr>
          <p:cNvSpPr>
            <a:spLocks noGrp="1" noChangeArrowheads="1"/>
          </p:cNvSpPr>
          <p:nvPr>
            <p:ph type="sldNum" sz="quarter" idx="11"/>
          </p:nvPr>
        </p:nvSpPr>
        <p:spPr/>
        <p:txBody>
          <a:bodyPr/>
          <a:lstStyle>
            <a:lvl1pPr>
              <a:defRPr/>
            </a:lvl1pPr>
          </a:lstStyle>
          <a:p>
            <a:pPr>
              <a:defRPr/>
            </a:pPr>
            <a:fld id="{69CEF9EC-4E3E-41EB-BE8B-DC250772C3B6}" type="slidenum">
              <a:rPr lang="en-US" altLang="en-US"/>
              <a:pPr>
                <a:defRPr/>
              </a:pPr>
              <a:t>‹#›</a:t>
            </a:fld>
            <a:endParaRPr lang="en-US" altLang="en-US"/>
          </a:p>
        </p:txBody>
      </p:sp>
    </p:spTree>
    <p:extLst>
      <p:ext uri="{BB962C8B-B14F-4D97-AF65-F5344CB8AC3E}">
        <p14:creationId xmlns:p14="http://schemas.microsoft.com/office/powerpoint/2010/main" val="310813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077200" cy="1143000"/>
          </a:xfrm>
          <a:prstGeom prst="roundRect">
            <a:avLst/>
          </a:prstGeom>
        </p:spPr>
        <p:txBody>
          <a:bodyPr/>
          <a:lstStyle>
            <a:lvl1pPr>
              <a:defRPr>
                <a:solidFill>
                  <a:srgbClr val="16489A"/>
                </a:solidFill>
              </a:defRPr>
            </a:lvl1pPr>
          </a:lstStyle>
          <a:p>
            <a:r>
              <a:rPr lang="en-US" dirty="0"/>
              <a:t>Click to edit Master title style</a:t>
            </a:r>
          </a:p>
        </p:txBody>
      </p:sp>
      <p:sp>
        <p:nvSpPr>
          <p:cNvPr id="3" name="Content Placeholder 2"/>
          <p:cNvSpPr>
            <a:spLocks noGrp="1"/>
          </p:cNvSpPr>
          <p:nvPr>
            <p:ph sz="half" idx="1"/>
          </p:nvPr>
        </p:nvSpPr>
        <p:spPr>
          <a:xfrm>
            <a:off x="533400" y="1676400"/>
            <a:ext cx="39624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9624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9C67CA24-4A4D-489E-B712-32076697B7F6}"/>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6" name="Rectangle 6">
            <a:extLst>
              <a:ext uri="{FF2B5EF4-FFF2-40B4-BE49-F238E27FC236}">
                <a16:creationId xmlns:a16="http://schemas.microsoft.com/office/drawing/2014/main" id="{D863FBCC-03BB-407E-AC5D-278C9AD8896E}"/>
              </a:ext>
            </a:extLst>
          </p:cNvPr>
          <p:cNvSpPr>
            <a:spLocks noGrp="1" noChangeArrowheads="1"/>
          </p:cNvSpPr>
          <p:nvPr>
            <p:ph type="sldNum" sz="quarter" idx="11"/>
          </p:nvPr>
        </p:nvSpPr>
        <p:spPr>
          <a:ln/>
        </p:spPr>
        <p:txBody>
          <a:bodyPr/>
          <a:lstStyle>
            <a:lvl1pPr>
              <a:defRPr/>
            </a:lvl1pPr>
          </a:lstStyle>
          <a:p>
            <a:pPr>
              <a:defRPr/>
            </a:pPr>
            <a:fld id="{3093F6EB-1A87-464F-AA0C-D39DFE3BA84A}" type="slidenum">
              <a:rPr lang="en-US" altLang="en-US"/>
              <a:pPr>
                <a:defRPr/>
              </a:pPr>
              <a:t>‹#›</a:t>
            </a:fld>
            <a:endParaRPr lang="en-US" altLang="en-US"/>
          </a:p>
        </p:txBody>
      </p:sp>
    </p:spTree>
    <p:extLst>
      <p:ext uri="{BB962C8B-B14F-4D97-AF65-F5344CB8AC3E}">
        <p14:creationId xmlns:p14="http://schemas.microsoft.com/office/powerpoint/2010/main" val="669120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25BC6DB9-AE2B-4C99-8DFA-1BA37B2E134C}"/>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8" name="Rectangle 6">
            <a:extLst>
              <a:ext uri="{FF2B5EF4-FFF2-40B4-BE49-F238E27FC236}">
                <a16:creationId xmlns:a16="http://schemas.microsoft.com/office/drawing/2014/main" id="{36793D05-64DA-487F-9039-8F1CC42133D5}"/>
              </a:ext>
            </a:extLst>
          </p:cNvPr>
          <p:cNvSpPr>
            <a:spLocks noGrp="1" noChangeArrowheads="1"/>
          </p:cNvSpPr>
          <p:nvPr>
            <p:ph type="sldNum" sz="quarter" idx="11"/>
          </p:nvPr>
        </p:nvSpPr>
        <p:spPr>
          <a:ln/>
        </p:spPr>
        <p:txBody>
          <a:bodyPr/>
          <a:lstStyle>
            <a:lvl1pPr>
              <a:defRPr/>
            </a:lvl1pPr>
          </a:lstStyle>
          <a:p>
            <a:pPr>
              <a:defRPr/>
            </a:pPr>
            <a:fld id="{47756615-8C10-4628-BA5A-2EF2C227A205}" type="slidenum">
              <a:rPr lang="en-US" altLang="en-US"/>
              <a:pPr>
                <a:defRPr/>
              </a:pPr>
              <a:t>‹#›</a:t>
            </a:fld>
            <a:endParaRPr lang="en-US" altLang="en-US"/>
          </a:p>
        </p:txBody>
      </p:sp>
    </p:spTree>
    <p:extLst>
      <p:ext uri="{BB962C8B-B14F-4D97-AF65-F5344CB8AC3E}">
        <p14:creationId xmlns:p14="http://schemas.microsoft.com/office/powerpoint/2010/main" val="1306766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9A4836D-AE3C-4564-BEE5-6742F9E63463}"/>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3" name="Rectangle 6">
            <a:extLst>
              <a:ext uri="{FF2B5EF4-FFF2-40B4-BE49-F238E27FC236}">
                <a16:creationId xmlns:a16="http://schemas.microsoft.com/office/drawing/2014/main" id="{CA554198-0554-48FD-B2D6-9D8503502ECE}"/>
              </a:ext>
            </a:extLst>
          </p:cNvPr>
          <p:cNvSpPr>
            <a:spLocks noGrp="1" noChangeArrowheads="1"/>
          </p:cNvSpPr>
          <p:nvPr>
            <p:ph type="sldNum" sz="quarter" idx="11"/>
          </p:nvPr>
        </p:nvSpPr>
        <p:spPr>
          <a:ln/>
        </p:spPr>
        <p:txBody>
          <a:bodyPr/>
          <a:lstStyle>
            <a:lvl1pPr>
              <a:defRPr/>
            </a:lvl1pPr>
          </a:lstStyle>
          <a:p>
            <a:pPr>
              <a:defRPr/>
            </a:pPr>
            <a:fld id="{F28C9233-1250-4394-943D-224631C7F5E3}" type="slidenum">
              <a:rPr lang="en-US" altLang="en-US"/>
              <a:pPr>
                <a:defRPr/>
              </a:pPr>
              <a:t>‹#›</a:t>
            </a:fld>
            <a:endParaRPr lang="en-US" altLang="en-US"/>
          </a:p>
        </p:txBody>
      </p:sp>
    </p:spTree>
    <p:extLst>
      <p:ext uri="{BB962C8B-B14F-4D97-AF65-F5344CB8AC3E}">
        <p14:creationId xmlns:p14="http://schemas.microsoft.com/office/powerpoint/2010/main" val="413008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0B3F22EA-E8E7-4F96-982E-D5C96FC6253F}"/>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3" name="Rectangle 6">
            <a:extLst>
              <a:ext uri="{FF2B5EF4-FFF2-40B4-BE49-F238E27FC236}">
                <a16:creationId xmlns:a16="http://schemas.microsoft.com/office/drawing/2014/main" id="{80EEF1AD-F97F-4CCE-8431-92534BE9FA33}"/>
              </a:ext>
            </a:extLst>
          </p:cNvPr>
          <p:cNvSpPr>
            <a:spLocks noGrp="1" noChangeArrowheads="1"/>
          </p:cNvSpPr>
          <p:nvPr>
            <p:ph type="sldNum" sz="quarter" idx="11"/>
          </p:nvPr>
        </p:nvSpPr>
        <p:spPr>
          <a:ln/>
        </p:spPr>
        <p:txBody>
          <a:bodyPr/>
          <a:lstStyle>
            <a:lvl1pPr>
              <a:defRPr/>
            </a:lvl1pPr>
          </a:lstStyle>
          <a:p>
            <a:pPr>
              <a:defRPr/>
            </a:pPr>
            <a:fld id="{8B4CE40B-C167-4AE9-8146-8AF05E9438C6}" type="slidenum">
              <a:rPr lang="en-US" altLang="en-US"/>
              <a:pPr>
                <a:defRPr/>
              </a:pPr>
              <a:t>‹#›</a:t>
            </a:fld>
            <a:endParaRPr lang="en-US" altLang="en-US"/>
          </a:p>
        </p:txBody>
      </p:sp>
    </p:spTree>
    <p:extLst>
      <p:ext uri="{BB962C8B-B14F-4D97-AF65-F5344CB8AC3E}">
        <p14:creationId xmlns:p14="http://schemas.microsoft.com/office/powerpoint/2010/main" val="1844244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447800"/>
            <a:ext cx="5111750" cy="46783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610CA8B3-75DF-4722-9F32-51BB284EB539}"/>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6" name="Rectangle 6">
            <a:extLst>
              <a:ext uri="{FF2B5EF4-FFF2-40B4-BE49-F238E27FC236}">
                <a16:creationId xmlns:a16="http://schemas.microsoft.com/office/drawing/2014/main" id="{BA9728A8-B655-4776-9CCA-E07503888C8B}"/>
              </a:ext>
            </a:extLst>
          </p:cNvPr>
          <p:cNvSpPr>
            <a:spLocks noGrp="1" noChangeArrowheads="1"/>
          </p:cNvSpPr>
          <p:nvPr>
            <p:ph type="sldNum" sz="quarter" idx="11"/>
          </p:nvPr>
        </p:nvSpPr>
        <p:spPr>
          <a:ln/>
        </p:spPr>
        <p:txBody>
          <a:bodyPr/>
          <a:lstStyle>
            <a:lvl1pPr>
              <a:defRPr/>
            </a:lvl1pPr>
          </a:lstStyle>
          <a:p>
            <a:pPr>
              <a:defRPr/>
            </a:pPr>
            <a:fld id="{D45F594A-103F-4183-B56F-91AA2194A55E}" type="slidenum">
              <a:rPr lang="en-US" altLang="en-US"/>
              <a:pPr>
                <a:defRPr/>
              </a:pPr>
              <a:t>‹#›</a:t>
            </a:fld>
            <a:endParaRPr lang="en-US" altLang="en-US"/>
          </a:p>
        </p:txBody>
      </p:sp>
    </p:spTree>
    <p:extLst>
      <p:ext uri="{BB962C8B-B14F-4D97-AF65-F5344CB8AC3E}">
        <p14:creationId xmlns:p14="http://schemas.microsoft.com/office/powerpoint/2010/main" val="790974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ound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26CC2321-0917-423D-BD2F-7C650437A8F5}"/>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6" name="Rectangle 6">
            <a:extLst>
              <a:ext uri="{FF2B5EF4-FFF2-40B4-BE49-F238E27FC236}">
                <a16:creationId xmlns:a16="http://schemas.microsoft.com/office/drawing/2014/main" id="{20A6F1E9-8D91-413C-8314-CD3E7640940C}"/>
              </a:ext>
            </a:extLst>
          </p:cNvPr>
          <p:cNvSpPr>
            <a:spLocks noGrp="1" noChangeArrowheads="1"/>
          </p:cNvSpPr>
          <p:nvPr>
            <p:ph type="sldNum" sz="quarter" idx="11"/>
          </p:nvPr>
        </p:nvSpPr>
        <p:spPr>
          <a:ln/>
        </p:spPr>
        <p:txBody>
          <a:bodyPr/>
          <a:lstStyle>
            <a:lvl1pPr>
              <a:defRPr/>
            </a:lvl1pPr>
          </a:lstStyle>
          <a:p>
            <a:pPr>
              <a:defRPr/>
            </a:pPr>
            <a:fld id="{D470E766-8575-485D-BF87-C4B86634A5FB}" type="slidenum">
              <a:rPr lang="en-US" altLang="en-US"/>
              <a:pPr>
                <a:defRPr/>
              </a:pPr>
              <a:t>‹#›</a:t>
            </a:fld>
            <a:endParaRPr lang="en-US" altLang="en-US"/>
          </a:p>
        </p:txBody>
      </p:sp>
    </p:spTree>
    <p:extLst>
      <p:ext uri="{BB962C8B-B14F-4D97-AF65-F5344CB8AC3E}">
        <p14:creationId xmlns:p14="http://schemas.microsoft.com/office/powerpoint/2010/main" val="1717717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077200" cy="1143000"/>
          </a:xfrm>
          <a:prstGeom prst="roundRect">
            <a:avLst/>
          </a:prstGeom>
        </p:spPr>
        <p:txBody>
          <a:bodyPr/>
          <a:lstStyle>
            <a:lvl1pPr>
              <a:defRPr>
                <a:solidFill>
                  <a:srgbClr val="16489A"/>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636E374D-148F-4AEE-9E87-DA7B463AC794}"/>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5" name="Rectangle 6">
            <a:extLst>
              <a:ext uri="{FF2B5EF4-FFF2-40B4-BE49-F238E27FC236}">
                <a16:creationId xmlns:a16="http://schemas.microsoft.com/office/drawing/2014/main" id="{CD042515-A1D5-47C1-8F50-6F75C27708AC}"/>
              </a:ext>
            </a:extLst>
          </p:cNvPr>
          <p:cNvSpPr>
            <a:spLocks noGrp="1" noChangeArrowheads="1"/>
          </p:cNvSpPr>
          <p:nvPr>
            <p:ph type="sldNum" sz="quarter" idx="11"/>
          </p:nvPr>
        </p:nvSpPr>
        <p:spPr>
          <a:ln/>
        </p:spPr>
        <p:txBody>
          <a:bodyPr/>
          <a:lstStyle>
            <a:lvl1pPr>
              <a:defRPr/>
            </a:lvl1pPr>
          </a:lstStyle>
          <a:p>
            <a:pPr>
              <a:defRPr/>
            </a:pPr>
            <a:fld id="{23C0950E-DFD8-4D89-85AC-7303A8D4547E}" type="slidenum">
              <a:rPr lang="en-US" altLang="en-US"/>
              <a:pPr>
                <a:defRPr/>
              </a:pPr>
              <a:t>‹#›</a:t>
            </a:fld>
            <a:endParaRPr lang="en-US" altLang="en-US"/>
          </a:p>
        </p:txBody>
      </p:sp>
    </p:spTree>
    <p:extLst>
      <p:ext uri="{BB962C8B-B14F-4D97-AF65-F5344CB8AC3E}">
        <p14:creationId xmlns:p14="http://schemas.microsoft.com/office/powerpoint/2010/main" val="2639183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381000"/>
            <a:ext cx="2019300" cy="5867400"/>
          </a:xfrm>
          <a:prstGeom prst="round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381000"/>
            <a:ext cx="59055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6A300E71-F6E7-40A5-AA40-D39A276F016B}"/>
              </a:ext>
            </a:extLst>
          </p:cNvPr>
          <p:cNvSpPr>
            <a:spLocks noGrp="1" noChangeArrowheads="1"/>
          </p:cNvSpPr>
          <p:nvPr>
            <p:ph type="ftr" sz="quarter" idx="10"/>
          </p:nvPr>
        </p:nvSpPr>
        <p:spPr>
          <a:ln/>
        </p:spPr>
        <p:txBody>
          <a:bodyPr/>
          <a:lstStyle>
            <a:lvl1pPr>
              <a:defRPr/>
            </a:lvl1pPr>
          </a:lstStyle>
          <a:p>
            <a:pPr>
              <a:defRPr/>
            </a:pPr>
            <a:r>
              <a:rPr lang="en-US"/>
              <a:t>An Introduction to Programming with C++, Seventh Edition</a:t>
            </a:r>
          </a:p>
        </p:txBody>
      </p:sp>
      <p:sp>
        <p:nvSpPr>
          <p:cNvPr id="5" name="Rectangle 6">
            <a:extLst>
              <a:ext uri="{FF2B5EF4-FFF2-40B4-BE49-F238E27FC236}">
                <a16:creationId xmlns:a16="http://schemas.microsoft.com/office/drawing/2014/main" id="{93AF572E-1668-4D58-8AEE-61B921345061}"/>
              </a:ext>
            </a:extLst>
          </p:cNvPr>
          <p:cNvSpPr>
            <a:spLocks noGrp="1" noChangeArrowheads="1"/>
          </p:cNvSpPr>
          <p:nvPr>
            <p:ph type="sldNum" sz="quarter" idx="11"/>
          </p:nvPr>
        </p:nvSpPr>
        <p:spPr>
          <a:ln/>
        </p:spPr>
        <p:txBody>
          <a:bodyPr/>
          <a:lstStyle>
            <a:lvl1pPr>
              <a:defRPr/>
            </a:lvl1pPr>
          </a:lstStyle>
          <a:p>
            <a:pPr>
              <a:defRPr/>
            </a:pPr>
            <a:fld id="{0299BF81-C589-4345-8E68-B6530377C5D7}" type="slidenum">
              <a:rPr lang="en-US" altLang="en-US"/>
              <a:pPr>
                <a:defRPr/>
              </a:pPr>
              <a:t>‹#›</a:t>
            </a:fld>
            <a:endParaRPr lang="en-US" altLang="en-US"/>
          </a:p>
        </p:txBody>
      </p:sp>
    </p:spTree>
    <p:extLst>
      <p:ext uri="{BB962C8B-B14F-4D97-AF65-F5344CB8AC3E}">
        <p14:creationId xmlns:p14="http://schemas.microsoft.com/office/powerpoint/2010/main" val="946400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6">
            <a:extLst>
              <a:ext uri="{FF2B5EF4-FFF2-40B4-BE49-F238E27FC236}">
                <a16:creationId xmlns:a16="http://schemas.microsoft.com/office/drawing/2014/main" id="{6D5ED4E2-521B-40C7-9C36-724617831D79}"/>
              </a:ext>
            </a:extLst>
          </p:cNvPr>
          <p:cNvPicPr>
            <a:picLocks noChangeAspect="1" noChangeArrowheads="1"/>
          </p:cNvPicPr>
          <p:nvPr userDrawn="1"/>
        </p:nvPicPr>
        <p:blipFill>
          <a:blip r:embed="rId13">
            <a:lum bright="70000" contrast="-70000"/>
            <a:extLst>
              <a:ext uri="{28A0092B-C50C-407E-A947-70E740481C1C}">
                <a14:useLocalDpi xmlns:a14="http://schemas.microsoft.com/office/drawing/2010/main" val="0"/>
              </a:ext>
            </a:extLst>
          </a:blip>
          <a:srcRect/>
          <a:stretch>
            <a:fillRect/>
          </a:stretch>
        </p:blipFill>
        <p:spPr bwMode="auto">
          <a:xfrm>
            <a:off x="0" y="0"/>
            <a:ext cx="9144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33474A16-B111-4123-A529-8A20B286BFF9}"/>
              </a:ext>
            </a:extLst>
          </p:cNvPr>
          <p:cNvSpPr>
            <a:spLocks noGrp="1" noChangeArrowheads="1"/>
          </p:cNvSpPr>
          <p:nvPr>
            <p:ph type="body" idx="1"/>
          </p:nvPr>
        </p:nvSpPr>
        <p:spPr bwMode="auto">
          <a:xfrm>
            <a:off x="533400" y="1524000"/>
            <a:ext cx="8077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p:txBody>
      </p:sp>
      <p:sp>
        <p:nvSpPr>
          <p:cNvPr id="1029" name="Rectangle 5">
            <a:extLst>
              <a:ext uri="{FF2B5EF4-FFF2-40B4-BE49-F238E27FC236}">
                <a16:creationId xmlns:a16="http://schemas.microsoft.com/office/drawing/2014/main" id="{B0A416F0-D1AF-4612-829C-E5F19C85A686}"/>
              </a:ext>
            </a:extLst>
          </p:cNvPr>
          <p:cNvSpPr>
            <a:spLocks noGrp="1" noChangeArrowheads="1"/>
          </p:cNvSpPr>
          <p:nvPr>
            <p:ph type="ftr" sz="quarter" idx="3"/>
          </p:nvPr>
        </p:nvSpPr>
        <p:spPr bwMode="auto">
          <a:xfrm>
            <a:off x="533400" y="6324600"/>
            <a:ext cx="58674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16489A"/>
                </a:solidFill>
                <a:latin typeface="Arial" charset="0"/>
                <a:ea typeface="ＭＳ Ｐゴシック" charset="-128"/>
              </a:defRPr>
            </a:lvl1pPr>
          </a:lstStyle>
          <a:p>
            <a:pPr>
              <a:defRPr/>
            </a:pPr>
            <a:r>
              <a:rPr lang="en-US"/>
              <a:t>An Introduction to Programming with C++, Seventh Edition</a:t>
            </a:r>
          </a:p>
        </p:txBody>
      </p:sp>
      <p:sp>
        <p:nvSpPr>
          <p:cNvPr id="1030" name="Rectangle 6">
            <a:extLst>
              <a:ext uri="{FF2B5EF4-FFF2-40B4-BE49-F238E27FC236}">
                <a16:creationId xmlns:a16="http://schemas.microsoft.com/office/drawing/2014/main" id="{9B424316-FFB9-450D-93F5-F998277CFB10}"/>
              </a:ext>
            </a:extLst>
          </p:cNvPr>
          <p:cNvSpPr>
            <a:spLocks noGrp="1" noChangeArrowheads="1"/>
          </p:cNvSpPr>
          <p:nvPr>
            <p:ph type="sldNum" sz="quarter" idx="4"/>
          </p:nvPr>
        </p:nvSpPr>
        <p:spPr bwMode="auto">
          <a:xfrm>
            <a:off x="6553200" y="6324600"/>
            <a:ext cx="20574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rgbClr val="16489A"/>
                </a:solidFill>
                <a:latin typeface="Arial" panose="020B0604020202020204" pitchFamily="34" charset="0"/>
              </a:defRPr>
            </a:lvl1pPr>
          </a:lstStyle>
          <a:p>
            <a:pPr>
              <a:defRPr/>
            </a:pPr>
            <a:fld id="{00EB4F2C-5CEE-40C6-8FB3-774BAD417DD0}" type="slidenum">
              <a:rPr lang="en-US" altLang="en-US"/>
              <a:pPr>
                <a:defRPr/>
              </a:pPr>
              <a:t>‹#›</a:t>
            </a:fld>
            <a:endParaRPr lang="en-US" altLang="en-US"/>
          </a:p>
        </p:txBody>
      </p:sp>
      <p:sp>
        <p:nvSpPr>
          <p:cNvPr id="2" name="Title Placeholder 7">
            <a:extLst>
              <a:ext uri="{FF2B5EF4-FFF2-40B4-BE49-F238E27FC236}">
                <a16:creationId xmlns:a16="http://schemas.microsoft.com/office/drawing/2014/main" id="{D8ED78B3-E4B8-43E6-AD09-855348D3C236}"/>
              </a:ext>
            </a:extLst>
          </p:cNvPr>
          <p:cNvSpPr>
            <a:spLocks noGrp="1"/>
          </p:cNvSpPr>
          <p:nvPr>
            <p:ph type="title"/>
          </p:nvPr>
        </p:nvSpPr>
        <p:spPr bwMode="auto">
          <a:xfrm>
            <a:off x="457200" y="1524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Tree>
  </p:cSld>
  <p:clrMap bg1="lt1" tx1="dk1" bg2="lt2" tx2="dk2" accent1="accent1" accent2="accent2" accent3="accent3" accent4="accent4" accent5="accent5" accent6="accent6" hlink="hlink" folHlink="folHlink"/>
  <p:sldLayoutIdLst>
    <p:sldLayoutId id="2147484176" r:id="rId1"/>
    <p:sldLayoutId id="2147484177" r:id="rId2"/>
    <p:sldLayoutId id="2147484178"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hf hdr="0" dt="0"/>
  <p:txStyles>
    <p:titleStyle>
      <a:lvl1pPr algn="ctr" rtl="0" eaLnBrk="0" fontAlgn="base" hangingPunct="0">
        <a:spcBef>
          <a:spcPct val="0"/>
        </a:spcBef>
        <a:spcAft>
          <a:spcPct val="0"/>
        </a:spcAft>
        <a:defRPr sz="3600">
          <a:solidFill>
            <a:srgbClr val="16489A"/>
          </a:solidFill>
          <a:latin typeface="+mj-lt"/>
          <a:ea typeface="ＭＳ Ｐゴシック" charset="-128"/>
          <a:cs typeface="ＭＳ Ｐゴシック" charset="-128"/>
        </a:defRPr>
      </a:lvl1pPr>
      <a:lvl2pPr algn="ctr" rtl="0" eaLnBrk="0" fontAlgn="base" hangingPunct="0">
        <a:spcBef>
          <a:spcPct val="0"/>
        </a:spcBef>
        <a:spcAft>
          <a:spcPct val="0"/>
        </a:spcAft>
        <a:defRPr sz="3600">
          <a:solidFill>
            <a:srgbClr val="16489A"/>
          </a:solidFill>
          <a:latin typeface="Trebuchet MS" pitchFamily="34" charset="0"/>
          <a:ea typeface="ＭＳ Ｐゴシック" charset="-128"/>
          <a:cs typeface="ＭＳ Ｐゴシック" charset="-128"/>
        </a:defRPr>
      </a:lvl2pPr>
      <a:lvl3pPr algn="ctr" rtl="0" eaLnBrk="0" fontAlgn="base" hangingPunct="0">
        <a:spcBef>
          <a:spcPct val="0"/>
        </a:spcBef>
        <a:spcAft>
          <a:spcPct val="0"/>
        </a:spcAft>
        <a:defRPr sz="3600">
          <a:solidFill>
            <a:srgbClr val="16489A"/>
          </a:solidFill>
          <a:latin typeface="Trebuchet MS" pitchFamily="34" charset="0"/>
          <a:ea typeface="ＭＳ Ｐゴシック" charset="-128"/>
          <a:cs typeface="ＭＳ Ｐゴシック" charset="-128"/>
        </a:defRPr>
      </a:lvl3pPr>
      <a:lvl4pPr algn="ctr" rtl="0" eaLnBrk="0" fontAlgn="base" hangingPunct="0">
        <a:spcBef>
          <a:spcPct val="0"/>
        </a:spcBef>
        <a:spcAft>
          <a:spcPct val="0"/>
        </a:spcAft>
        <a:defRPr sz="3600">
          <a:solidFill>
            <a:srgbClr val="16489A"/>
          </a:solidFill>
          <a:latin typeface="Trebuchet MS" pitchFamily="34" charset="0"/>
          <a:ea typeface="ＭＳ Ｐゴシック" charset="-128"/>
          <a:cs typeface="ＭＳ Ｐゴシック" charset="-128"/>
        </a:defRPr>
      </a:lvl4pPr>
      <a:lvl5pPr algn="ctr" rtl="0" eaLnBrk="0" fontAlgn="base" hangingPunct="0">
        <a:spcBef>
          <a:spcPct val="0"/>
        </a:spcBef>
        <a:spcAft>
          <a:spcPct val="0"/>
        </a:spcAft>
        <a:defRPr sz="3600">
          <a:solidFill>
            <a:srgbClr val="16489A"/>
          </a:solidFill>
          <a:latin typeface="Trebuchet MS" pitchFamily="34" charset="0"/>
          <a:ea typeface="ＭＳ Ｐゴシック" charset="-128"/>
          <a:cs typeface="ＭＳ Ｐゴシック" charset="-128"/>
        </a:defRPr>
      </a:lvl5pPr>
      <a:lvl6pPr marL="457200" algn="ctr" rtl="0" fontAlgn="base">
        <a:spcBef>
          <a:spcPct val="0"/>
        </a:spcBef>
        <a:spcAft>
          <a:spcPct val="0"/>
        </a:spcAft>
        <a:defRPr sz="3600">
          <a:solidFill>
            <a:srgbClr val="222222"/>
          </a:solidFill>
          <a:latin typeface="Arial" charset="0"/>
        </a:defRPr>
      </a:lvl6pPr>
      <a:lvl7pPr marL="914400" algn="ctr" rtl="0" fontAlgn="base">
        <a:spcBef>
          <a:spcPct val="0"/>
        </a:spcBef>
        <a:spcAft>
          <a:spcPct val="0"/>
        </a:spcAft>
        <a:defRPr sz="3600">
          <a:solidFill>
            <a:srgbClr val="222222"/>
          </a:solidFill>
          <a:latin typeface="Arial" charset="0"/>
        </a:defRPr>
      </a:lvl7pPr>
      <a:lvl8pPr marL="1371600" algn="ctr" rtl="0" fontAlgn="base">
        <a:spcBef>
          <a:spcPct val="0"/>
        </a:spcBef>
        <a:spcAft>
          <a:spcPct val="0"/>
        </a:spcAft>
        <a:defRPr sz="3600">
          <a:solidFill>
            <a:srgbClr val="222222"/>
          </a:solidFill>
          <a:latin typeface="Arial" charset="0"/>
        </a:defRPr>
      </a:lvl8pPr>
      <a:lvl9pPr marL="1828800" algn="ctr" rtl="0" fontAlgn="base">
        <a:spcBef>
          <a:spcPct val="0"/>
        </a:spcBef>
        <a:spcAft>
          <a:spcPct val="0"/>
        </a:spcAft>
        <a:defRPr sz="3600">
          <a:solidFill>
            <a:srgbClr val="222222"/>
          </a:solidFill>
          <a:latin typeface="Arial" charset="0"/>
        </a:defRPr>
      </a:lvl9pPr>
    </p:titleStyle>
    <p:bodyStyle>
      <a:lvl1pPr marL="342900" indent="-342900" algn="l" rtl="0" eaLnBrk="0" fontAlgn="base" hangingPunct="0">
        <a:spcBef>
          <a:spcPct val="20000"/>
        </a:spcBef>
        <a:spcAft>
          <a:spcPct val="0"/>
        </a:spcAft>
        <a:buChar char="•"/>
        <a:defRPr sz="2600">
          <a:solidFill>
            <a:srgbClr val="222222"/>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400">
          <a:solidFill>
            <a:srgbClr val="222222"/>
          </a:solidFill>
          <a:latin typeface="+mn-lt"/>
          <a:ea typeface="ＭＳ Ｐゴシック" charset="-128"/>
        </a:defRPr>
      </a:lvl2pPr>
      <a:lvl3pPr marL="1143000" indent="-228600" algn="l" rtl="0" eaLnBrk="0" fontAlgn="base" hangingPunct="0">
        <a:spcBef>
          <a:spcPct val="20000"/>
        </a:spcBef>
        <a:spcAft>
          <a:spcPct val="0"/>
        </a:spcAft>
        <a:buChar char="•"/>
        <a:defRPr sz="2200">
          <a:solidFill>
            <a:srgbClr val="222222"/>
          </a:solidFill>
          <a:latin typeface="+mn-lt"/>
          <a:ea typeface="ＭＳ Ｐゴシック" charset="-128"/>
        </a:defRPr>
      </a:lvl3pPr>
      <a:lvl4pPr marL="1600200" indent="-228600" algn="l" rtl="0" eaLnBrk="0" fontAlgn="base" hangingPunct="0">
        <a:spcBef>
          <a:spcPct val="20000"/>
        </a:spcBef>
        <a:spcAft>
          <a:spcPct val="0"/>
        </a:spcAft>
        <a:buChar char="–"/>
        <a:defRPr sz="2200">
          <a:solidFill>
            <a:srgbClr val="222222"/>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128"/>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11">
            <a:extLst>
              <a:ext uri="{FF2B5EF4-FFF2-40B4-BE49-F238E27FC236}">
                <a16:creationId xmlns:a16="http://schemas.microsoft.com/office/drawing/2014/main" id="{64C724A5-D02C-4908-9C71-9DFC4530D3C9}"/>
              </a:ext>
            </a:extLst>
          </p:cNvPr>
          <p:cNvSpPr>
            <a:spLocks noGrp="1"/>
          </p:cNvSpPr>
          <p:nvPr>
            <p:ph idx="1"/>
          </p:nvPr>
        </p:nvSpPr>
        <p:spPr>
          <a:xfrm>
            <a:off x="533400" y="1676400"/>
            <a:ext cx="8077200" cy="4572000"/>
          </a:xfrm>
        </p:spPr>
        <p:txBody>
          <a:bodyPr/>
          <a:lstStyle/>
          <a:p>
            <a:r>
              <a:rPr lang="en-US" altLang="en-US">
                <a:ea typeface="ＭＳ Ｐゴシック" panose="020B0600070205080204" pitchFamily="34" charset="-128"/>
              </a:rPr>
              <a:t>The presentations cover the objectives found in the opening of each chapter</a:t>
            </a:r>
          </a:p>
          <a:p>
            <a:r>
              <a:rPr lang="en-US" altLang="en-US">
                <a:ea typeface="ＭＳ Ｐゴシック" panose="020B0600070205080204" pitchFamily="34" charset="-128"/>
              </a:rPr>
              <a:t>All chapter objectives are listed in the beginning of each presentation</a:t>
            </a:r>
          </a:p>
          <a:p>
            <a:r>
              <a:rPr lang="en-US" altLang="en-US">
                <a:ea typeface="ＭＳ Ｐゴシック" panose="020B0600070205080204" pitchFamily="34" charset="-128"/>
              </a:rPr>
              <a:t>You may customize the presentations to fit your class needs</a:t>
            </a:r>
          </a:p>
          <a:p>
            <a:r>
              <a:rPr lang="en-US" altLang="en-US">
                <a:ea typeface="ＭＳ Ｐゴシック" panose="020B0600070205080204" pitchFamily="34" charset="-128"/>
              </a:rPr>
              <a:t>Some figures from the chapters are included. A complete set of images from the book can be found on the Instructor companion Web site at login.cengage.com </a:t>
            </a:r>
          </a:p>
        </p:txBody>
      </p:sp>
      <p:sp>
        <p:nvSpPr>
          <p:cNvPr id="7171" name="Footer Placeholder 5">
            <a:extLst>
              <a:ext uri="{FF2B5EF4-FFF2-40B4-BE49-F238E27FC236}">
                <a16:creationId xmlns:a16="http://schemas.microsoft.com/office/drawing/2014/main" id="{F810B6E2-A6B1-4E70-8CB2-6298AA2AEC0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7172" name="Slide Number Placeholder 4">
            <a:extLst>
              <a:ext uri="{FF2B5EF4-FFF2-40B4-BE49-F238E27FC236}">
                <a16:creationId xmlns:a16="http://schemas.microsoft.com/office/drawing/2014/main" id="{692C159C-B771-453A-862D-42A096BB5B2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F177ACD1-6F19-44DE-990A-8FAF6D47A8E8}" type="slidenum">
              <a:rPr lang="en-US" altLang="en-US" sz="1400" smtClean="0">
                <a:solidFill>
                  <a:schemeClr val="tx1"/>
                </a:solidFill>
                <a:latin typeface="Arial" panose="020B0604020202020204" pitchFamily="34" charset="0"/>
              </a:rPr>
              <a:pPr>
                <a:spcBef>
                  <a:spcPct val="0"/>
                </a:spcBef>
                <a:buFontTx/>
                <a:buNone/>
              </a:pPr>
              <a:t>1</a:t>
            </a:fld>
            <a:endParaRPr lang="en-US" altLang="en-US" sz="1400">
              <a:solidFill>
                <a:schemeClr val="tx1"/>
              </a:solidFill>
              <a:latin typeface="Arial" panose="020B0604020202020204" pitchFamily="34" charset="0"/>
            </a:endParaRPr>
          </a:p>
        </p:txBody>
      </p:sp>
      <p:sp>
        <p:nvSpPr>
          <p:cNvPr id="7173" name="Rectangle 2">
            <a:extLst>
              <a:ext uri="{FF2B5EF4-FFF2-40B4-BE49-F238E27FC236}">
                <a16:creationId xmlns:a16="http://schemas.microsoft.com/office/drawing/2014/main" id="{459B822C-3F23-4632-B714-00489FAF03F6}"/>
              </a:ext>
            </a:extLst>
          </p:cNvPr>
          <p:cNvSpPr>
            <a:spLocks noGrp="1" noChangeArrowheads="1"/>
          </p:cNvSpPr>
          <p:nvPr>
            <p:ph type="title"/>
          </p:nvPr>
        </p:nvSpPr>
        <p:spPr/>
        <p:txBody>
          <a:bodyPr/>
          <a:lstStyle/>
          <a:p>
            <a:r>
              <a:rPr lang="en-US" altLang="en-US">
                <a:ea typeface="ＭＳ Ｐゴシック" panose="020B0600070205080204" pitchFamily="34" charset="-128"/>
              </a:rPr>
              <a:t>About the Presentations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9B715-491E-4740-8A7E-2CB69B0C87D7}"/>
              </a:ext>
            </a:extLst>
          </p:cNvPr>
          <p:cNvSpPr>
            <a:spLocks noGrp="1"/>
          </p:cNvSpPr>
          <p:nvPr>
            <p:ph type="title"/>
          </p:nvPr>
        </p:nvSpPr>
        <p:spPr/>
        <p:txBody>
          <a:bodyPr/>
          <a:lstStyle/>
          <a:p>
            <a:r>
              <a:rPr lang="en-US" dirty="0"/>
              <a:t>Chapter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FFE2FD9-FDA9-4FF3-A401-DDC16501941A}"/>
              </a:ext>
            </a:extLst>
          </p:cNvPr>
          <p:cNvSpPr>
            <a:spLocks noGrp="1" noChangeArrowheads="1"/>
          </p:cNvSpPr>
          <p:nvPr>
            <p:ph type="title"/>
          </p:nvPr>
        </p:nvSpPr>
        <p:spPr/>
        <p:txBody>
          <a:bodyPr/>
          <a:lstStyle/>
          <a:p>
            <a:r>
              <a:rPr lang="en-US" altLang="en-US">
                <a:ea typeface="ＭＳ Ｐゴシック" panose="020B0600070205080204" pitchFamily="34" charset="-128"/>
              </a:rPr>
              <a:t>Chapter Objectives</a:t>
            </a:r>
          </a:p>
        </p:txBody>
      </p:sp>
      <p:sp>
        <p:nvSpPr>
          <p:cNvPr id="11267" name="Rectangle 3">
            <a:extLst>
              <a:ext uri="{FF2B5EF4-FFF2-40B4-BE49-F238E27FC236}">
                <a16:creationId xmlns:a16="http://schemas.microsoft.com/office/drawing/2014/main" id="{42AA6FBD-C5DF-4E43-943E-C18720CEA7B2}"/>
              </a:ext>
            </a:extLst>
          </p:cNvPr>
          <p:cNvSpPr>
            <a:spLocks noGrp="1" noChangeArrowheads="1"/>
          </p:cNvSpPr>
          <p:nvPr>
            <p:ph type="body" idx="1"/>
          </p:nvPr>
        </p:nvSpPr>
        <p:spPr/>
        <p:txBody>
          <a:bodyPr/>
          <a:lstStyle/>
          <a:p>
            <a:r>
              <a:rPr lang="en-US" altLang="en-US">
                <a:ea typeface="ＭＳ Ｐゴシック" panose="020B0600070205080204" pitchFamily="34" charset="-128"/>
              </a:rPr>
              <a:t>Define the terminology used in programming</a:t>
            </a:r>
          </a:p>
          <a:p>
            <a:r>
              <a:rPr lang="en-US" altLang="en-US">
                <a:ea typeface="ＭＳ Ｐゴシック" panose="020B0600070205080204" pitchFamily="34" charset="-128"/>
              </a:rPr>
              <a:t>Explain the tasks performed by a programmer</a:t>
            </a:r>
          </a:p>
          <a:p>
            <a:r>
              <a:rPr lang="en-US" altLang="en-US">
                <a:ea typeface="ＭＳ Ｐゴシック" panose="020B0600070205080204" pitchFamily="34" charset="-128"/>
              </a:rPr>
              <a:t>Understand the employment opportunities for programmers and software engineers</a:t>
            </a:r>
          </a:p>
          <a:p>
            <a:r>
              <a:rPr lang="en-US" altLang="en-US">
                <a:ea typeface="ＭＳ Ｐゴシック" panose="020B0600070205080204" pitchFamily="34" charset="-128"/>
              </a:rPr>
              <a:t>Explain the history of programming languages</a:t>
            </a:r>
          </a:p>
          <a:p>
            <a:r>
              <a:rPr lang="en-US" altLang="en-US">
                <a:ea typeface="ＭＳ Ｐゴシック" panose="020B0600070205080204" pitchFamily="34" charset="-128"/>
              </a:rPr>
              <a:t>Explain the sequence, selection, and repetition structures</a:t>
            </a:r>
          </a:p>
          <a:p>
            <a:r>
              <a:rPr lang="en-US" altLang="en-US">
                <a:ea typeface="ＭＳ Ｐゴシック" panose="020B0600070205080204" pitchFamily="34" charset="-128"/>
              </a:rPr>
              <a:t>Write simple algorithms using the sequence, selection, and repetition structures</a:t>
            </a:r>
          </a:p>
        </p:txBody>
      </p:sp>
      <p:sp>
        <p:nvSpPr>
          <p:cNvPr id="11268" name="Footer Placeholder 3">
            <a:extLst>
              <a:ext uri="{FF2B5EF4-FFF2-40B4-BE49-F238E27FC236}">
                <a16:creationId xmlns:a16="http://schemas.microsoft.com/office/drawing/2014/main" id="{7EEEA940-78FD-40A7-9AD1-C007EA848E6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11269" name="Slide Number Placeholder 4">
            <a:extLst>
              <a:ext uri="{FF2B5EF4-FFF2-40B4-BE49-F238E27FC236}">
                <a16:creationId xmlns:a16="http://schemas.microsoft.com/office/drawing/2014/main" id="{271B3BE4-2F8A-4DCE-BD1F-A5EC53E003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494FB053-01E0-4A75-A4CE-7387A73BF692}" type="slidenum">
              <a:rPr lang="en-US" altLang="en-US" sz="1400" smtClean="0">
                <a:solidFill>
                  <a:schemeClr val="tx1"/>
                </a:solidFill>
                <a:latin typeface="Arial" panose="020B0604020202020204" pitchFamily="34" charset="0"/>
              </a:rPr>
              <a:pPr>
                <a:spcBef>
                  <a:spcPct val="0"/>
                </a:spcBef>
                <a:buFontTx/>
                <a:buNone/>
              </a:pPr>
              <a:t>3</a:t>
            </a:fld>
            <a:endParaRPr lang="en-US" altLang="en-US" sz="1400">
              <a:solidFill>
                <a:schemeClr val="tx1"/>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6722153-4C03-4E05-A300-4433565B2F48}"/>
              </a:ext>
            </a:extLst>
          </p:cNvPr>
          <p:cNvSpPr>
            <a:spLocks noGrp="1" noChangeArrowheads="1"/>
          </p:cNvSpPr>
          <p:nvPr>
            <p:ph type="title"/>
          </p:nvPr>
        </p:nvSpPr>
        <p:spPr/>
        <p:txBody>
          <a:bodyPr/>
          <a:lstStyle/>
          <a:p>
            <a:r>
              <a:rPr lang="en-US" altLang="en-US">
                <a:ea typeface="ＭＳ Ｐゴシック" panose="020B0600070205080204" pitchFamily="34" charset="-128"/>
              </a:rPr>
              <a:t>Programming a Computer</a:t>
            </a:r>
          </a:p>
        </p:txBody>
      </p:sp>
      <p:sp>
        <p:nvSpPr>
          <p:cNvPr id="13315" name="Rectangle 3">
            <a:extLst>
              <a:ext uri="{FF2B5EF4-FFF2-40B4-BE49-F238E27FC236}">
                <a16:creationId xmlns:a16="http://schemas.microsoft.com/office/drawing/2014/main" id="{C59C4287-6E29-4744-A0E2-B6E33BA6AE9A}"/>
              </a:ext>
            </a:extLst>
          </p:cNvPr>
          <p:cNvSpPr>
            <a:spLocks noGrp="1" noChangeArrowheads="1"/>
          </p:cNvSpPr>
          <p:nvPr>
            <p:ph type="body" idx="1"/>
          </p:nvPr>
        </p:nvSpPr>
        <p:spPr/>
        <p:txBody>
          <a:bodyPr/>
          <a:lstStyle/>
          <a:p>
            <a:pPr marL="0" indent="0">
              <a:buFontTx/>
              <a:buNone/>
            </a:pPr>
            <a:r>
              <a:rPr lang="en-US" altLang="en-US">
                <a:ea typeface="ＭＳ Ｐゴシック" panose="020B0600070205080204" pitchFamily="34" charset="-128"/>
              </a:rPr>
              <a:t>It is important to understand the relationship between the terms programs, programmers, and programming languages.  </a:t>
            </a:r>
            <a:br>
              <a:rPr lang="en-US" altLang="en-US">
                <a:ea typeface="ＭＳ Ｐゴシック" panose="020B0600070205080204" pitchFamily="34" charset="-128"/>
              </a:rPr>
            </a:br>
            <a:br>
              <a:rPr lang="en-US" altLang="en-US" sz="1000">
                <a:ea typeface="ＭＳ Ｐゴシック" panose="020B0600070205080204" pitchFamily="34" charset="-128"/>
              </a:rPr>
            </a:br>
            <a:r>
              <a:rPr lang="en-US" altLang="en-US" b="1">
                <a:ea typeface="ＭＳ Ｐゴシック" panose="020B0600070205080204" pitchFamily="34" charset="-128"/>
              </a:rPr>
              <a:t>Programs</a:t>
            </a:r>
            <a:r>
              <a:rPr lang="en-US" altLang="en-US">
                <a:ea typeface="ＭＳ Ｐゴシック" panose="020B0600070205080204" pitchFamily="34" charset="-128"/>
              </a:rPr>
              <a:t> - The directions that humans give to computers </a:t>
            </a:r>
            <a:br>
              <a:rPr lang="en-US" altLang="en-US">
                <a:ea typeface="ＭＳ Ｐゴシック" panose="020B0600070205080204" pitchFamily="34" charset="-128"/>
              </a:rPr>
            </a:br>
            <a:br>
              <a:rPr lang="en-US" altLang="en-US" sz="1000">
                <a:ea typeface="ＭＳ Ｐゴシック" panose="020B0600070205080204" pitchFamily="34" charset="-128"/>
              </a:rPr>
            </a:br>
            <a:r>
              <a:rPr lang="en-US" altLang="en-US" b="1">
                <a:ea typeface="ＭＳ Ｐゴシック" panose="020B0600070205080204" pitchFamily="34" charset="-128"/>
              </a:rPr>
              <a:t>Programmers</a:t>
            </a:r>
            <a:r>
              <a:rPr lang="en-US" altLang="en-US">
                <a:ea typeface="ＭＳ Ｐゴシック" panose="020B0600070205080204" pitchFamily="34" charset="-128"/>
              </a:rPr>
              <a:t> - The people who create these directions</a:t>
            </a:r>
            <a:br>
              <a:rPr lang="en-US" altLang="en-US">
                <a:ea typeface="ＭＳ Ｐゴシック" panose="020B0600070205080204" pitchFamily="34" charset="-128"/>
              </a:rPr>
            </a:br>
            <a:br>
              <a:rPr lang="en-US" altLang="en-US" sz="800">
                <a:ea typeface="ＭＳ Ｐゴシック" panose="020B0600070205080204" pitchFamily="34" charset="-128"/>
              </a:rPr>
            </a:br>
            <a:r>
              <a:rPr lang="en-US" altLang="en-US" b="1">
                <a:ea typeface="ＭＳ Ｐゴシック" panose="020B0600070205080204" pitchFamily="34" charset="-128"/>
              </a:rPr>
              <a:t>Programming Languages </a:t>
            </a:r>
            <a:r>
              <a:rPr lang="en-US" altLang="en-US">
                <a:ea typeface="ＭＳ Ｐゴシック" panose="020B0600070205080204" pitchFamily="34" charset="-128"/>
              </a:rPr>
              <a:t>- Special languages used by programmers to communicate directions to a computer</a:t>
            </a:r>
          </a:p>
        </p:txBody>
      </p:sp>
      <p:sp>
        <p:nvSpPr>
          <p:cNvPr id="13316" name="Footer Placeholder 3">
            <a:extLst>
              <a:ext uri="{FF2B5EF4-FFF2-40B4-BE49-F238E27FC236}">
                <a16:creationId xmlns:a16="http://schemas.microsoft.com/office/drawing/2014/main" id="{94F11E64-5398-457A-9957-6D862707DBA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13317" name="Slide Number Placeholder 4">
            <a:extLst>
              <a:ext uri="{FF2B5EF4-FFF2-40B4-BE49-F238E27FC236}">
                <a16:creationId xmlns:a16="http://schemas.microsoft.com/office/drawing/2014/main" id="{CFF85638-52DB-4B0C-B1AC-801D97376D6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6FA696BE-854D-46D9-8596-3AADF228BBBF}" type="slidenum">
              <a:rPr lang="en-US" altLang="en-US" sz="1400" smtClean="0">
                <a:solidFill>
                  <a:schemeClr val="tx1"/>
                </a:solidFill>
                <a:latin typeface="Arial" panose="020B0604020202020204" pitchFamily="34" charset="0"/>
              </a:rPr>
              <a:pPr>
                <a:spcBef>
                  <a:spcPct val="0"/>
                </a:spcBef>
                <a:buFontTx/>
                <a:buNone/>
              </a:pPr>
              <a:t>4</a:t>
            </a:fld>
            <a:endParaRPr lang="en-US" altLang="en-US" sz="1400">
              <a:solidFill>
                <a:schemeClr val="tx1"/>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F9B4426-CDF3-4403-A1BF-CE255AF69948}"/>
              </a:ext>
            </a:extLst>
          </p:cNvPr>
          <p:cNvSpPr>
            <a:spLocks noGrp="1" noChangeArrowheads="1"/>
          </p:cNvSpPr>
          <p:nvPr>
            <p:ph type="title"/>
          </p:nvPr>
        </p:nvSpPr>
        <p:spPr/>
        <p:txBody>
          <a:bodyPr/>
          <a:lstStyle/>
          <a:p>
            <a:r>
              <a:rPr lang="en-US" altLang="en-US">
                <a:ea typeface="ＭＳ Ｐゴシック" panose="020B0600070205080204" pitchFamily="34" charset="-128"/>
              </a:rPr>
              <a:t>The Programmer’s Job</a:t>
            </a:r>
          </a:p>
        </p:txBody>
      </p:sp>
      <p:sp>
        <p:nvSpPr>
          <p:cNvPr id="15363" name="Rectangle 3">
            <a:extLst>
              <a:ext uri="{FF2B5EF4-FFF2-40B4-BE49-F238E27FC236}">
                <a16:creationId xmlns:a16="http://schemas.microsoft.com/office/drawing/2014/main" id="{8FB5A0C0-9B8B-46BF-AC11-309BBE96393F}"/>
              </a:ext>
            </a:extLst>
          </p:cNvPr>
          <p:cNvSpPr>
            <a:spLocks noGrp="1" noChangeArrowheads="1"/>
          </p:cNvSpPr>
          <p:nvPr>
            <p:ph type="body" idx="1"/>
          </p:nvPr>
        </p:nvSpPr>
        <p:spPr/>
        <p:txBody>
          <a:bodyPr/>
          <a:lstStyle/>
          <a:p>
            <a:r>
              <a:rPr lang="en-US" altLang="en-US">
                <a:ea typeface="ＭＳ Ｐゴシック" panose="020B0600070205080204" pitchFamily="34" charset="-128"/>
              </a:rPr>
              <a:t>Programmers help solve computer problems</a:t>
            </a:r>
          </a:p>
          <a:p>
            <a:r>
              <a:rPr lang="en-US" altLang="en-US">
                <a:ea typeface="ＭＳ Ｐゴシック" panose="020B0600070205080204" pitchFamily="34" charset="-128"/>
              </a:rPr>
              <a:t>Employee or freelance</a:t>
            </a:r>
          </a:p>
          <a:p>
            <a:r>
              <a:rPr lang="en-US" altLang="en-US">
                <a:ea typeface="ＭＳ Ｐゴシック" panose="020B0600070205080204" pitchFamily="34" charset="-128"/>
              </a:rPr>
              <a:t>Typical steps involved</a:t>
            </a:r>
          </a:p>
          <a:p>
            <a:pPr lvl="1"/>
            <a:r>
              <a:rPr lang="en-US" altLang="en-US">
                <a:ea typeface="ＭＳ Ｐゴシック" panose="020B0600070205080204" pitchFamily="34" charset="-128"/>
              </a:rPr>
              <a:t>Meet with user to determine problem</a:t>
            </a:r>
          </a:p>
          <a:p>
            <a:pPr lvl="1"/>
            <a:r>
              <a:rPr lang="en-US" altLang="en-US">
                <a:ea typeface="ＭＳ Ｐゴシック" panose="020B0600070205080204" pitchFamily="34" charset="-128"/>
              </a:rPr>
              <a:t>Convert the problem into a program</a:t>
            </a:r>
          </a:p>
          <a:p>
            <a:pPr lvl="1"/>
            <a:r>
              <a:rPr lang="en-US" altLang="en-US">
                <a:ea typeface="ＭＳ Ｐゴシック" panose="020B0600070205080204" pitchFamily="34" charset="-128"/>
              </a:rPr>
              <a:t>Test the program</a:t>
            </a:r>
          </a:p>
          <a:p>
            <a:pPr lvl="1"/>
            <a:r>
              <a:rPr lang="en-US" altLang="en-US">
                <a:ea typeface="ＭＳ Ｐゴシック" panose="020B0600070205080204" pitchFamily="34" charset="-128"/>
              </a:rPr>
              <a:t>Provide user manual</a:t>
            </a:r>
          </a:p>
          <a:p>
            <a:pPr lvl="1"/>
            <a:endParaRPr lang="en-US" altLang="en-US">
              <a:ea typeface="ＭＳ Ｐゴシック" panose="020B0600070205080204" pitchFamily="34" charset="-128"/>
            </a:endParaRPr>
          </a:p>
        </p:txBody>
      </p:sp>
      <p:sp>
        <p:nvSpPr>
          <p:cNvPr id="15364" name="Footer Placeholder 3">
            <a:extLst>
              <a:ext uri="{FF2B5EF4-FFF2-40B4-BE49-F238E27FC236}">
                <a16:creationId xmlns:a16="http://schemas.microsoft.com/office/drawing/2014/main" id="{A73E706A-998D-4A17-9EDE-AC57CAE5122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15365" name="Slide Number Placeholder 4">
            <a:extLst>
              <a:ext uri="{FF2B5EF4-FFF2-40B4-BE49-F238E27FC236}">
                <a16:creationId xmlns:a16="http://schemas.microsoft.com/office/drawing/2014/main" id="{7221672D-73D5-4D39-8B97-901CE70C80D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BC19C9F3-E6D8-4DFC-A33D-8CA0F2E308C3}" type="slidenum">
              <a:rPr lang="en-US" altLang="en-US" sz="1400" smtClean="0">
                <a:solidFill>
                  <a:schemeClr val="tx1"/>
                </a:solidFill>
                <a:latin typeface="Arial" panose="020B0604020202020204" pitchFamily="34" charset="0"/>
              </a:rPr>
              <a:pPr>
                <a:spcBef>
                  <a:spcPct val="0"/>
                </a:spcBef>
                <a:buFontTx/>
                <a:buNone/>
              </a:pPr>
              <a:t>5</a:t>
            </a:fld>
            <a:endParaRPr lang="en-US" altLang="en-US" sz="1400">
              <a:solidFill>
                <a:schemeClr val="tx1"/>
              </a:solidFill>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DD69C669-A72F-48C4-A712-83D45B59BA1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17411" name="Slide Number Placeholder 4">
            <a:extLst>
              <a:ext uri="{FF2B5EF4-FFF2-40B4-BE49-F238E27FC236}">
                <a16:creationId xmlns:a16="http://schemas.microsoft.com/office/drawing/2014/main" id="{51936774-A90A-447F-892A-7D502DEFAA8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4EB52AED-E5F2-4ABE-AA88-80E19AC08402}" type="slidenum">
              <a:rPr lang="en-US" altLang="en-US" sz="1400" smtClean="0">
                <a:solidFill>
                  <a:schemeClr val="tx1"/>
                </a:solidFill>
                <a:latin typeface="Arial" panose="020B0604020202020204" pitchFamily="34" charset="0"/>
              </a:rPr>
              <a:pPr>
                <a:spcBef>
                  <a:spcPct val="0"/>
                </a:spcBef>
                <a:buFontTx/>
                <a:buNone/>
              </a:pPr>
              <a:t>6</a:t>
            </a:fld>
            <a:endParaRPr lang="en-US" altLang="en-US" sz="1400">
              <a:solidFill>
                <a:schemeClr val="tx1"/>
              </a:solidFill>
              <a:latin typeface="Arial" panose="020B0604020202020204" pitchFamily="34" charset="0"/>
            </a:endParaRPr>
          </a:p>
        </p:txBody>
      </p:sp>
      <p:sp>
        <p:nvSpPr>
          <p:cNvPr id="17412" name="Rectangle 2">
            <a:extLst>
              <a:ext uri="{FF2B5EF4-FFF2-40B4-BE49-F238E27FC236}">
                <a16:creationId xmlns:a16="http://schemas.microsoft.com/office/drawing/2014/main" id="{B22E254C-CD41-4DC6-B235-81A29B7964F6}"/>
              </a:ext>
            </a:extLst>
          </p:cNvPr>
          <p:cNvSpPr>
            <a:spLocks noGrp="1" noChangeArrowheads="1"/>
          </p:cNvSpPr>
          <p:nvPr>
            <p:ph type="title"/>
          </p:nvPr>
        </p:nvSpPr>
        <p:spPr/>
        <p:txBody>
          <a:bodyPr rtlCol="0">
            <a:normAutofit fontScale="90000"/>
          </a:bodyPr>
          <a:lstStyle/>
          <a:p>
            <a:pPr eaLnBrk="1" hangingPunct="1">
              <a:defRPr/>
            </a:pPr>
            <a:r>
              <a:rPr lang="en-US"/>
              <a:t>What Traits Should a Software Developer Possess?</a:t>
            </a:r>
          </a:p>
        </p:txBody>
      </p:sp>
      <p:sp>
        <p:nvSpPr>
          <p:cNvPr id="17413" name="Rectangle 3">
            <a:extLst>
              <a:ext uri="{FF2B5EF4-FFF2-40B4-BE49-F238E27FC236}">
                <a16:creationId xmlns:a16="http://schemas.microsoft.com/office/drawing/2014/main" id="{1DA40FBB-0E99-4087-A5EC-BC8271360DDE}"/>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Analytical skills</a:t>
            </a:r>
          </a:p>
          <a:p>
            <a:pPr eaLnBrk="1" hangingPunct="1"/>
            <a:r>
              <a:rPr lang="en-US" altLang="en-US">
                <a:ea typeface="ＭＳ Ｐゴシック" panose="020B0600070205080204" pitchFamily="34" charset="-128"/>
              </a:rPr>
              <a:t>Communication skills</a:t>
            </a:r>
          </a:p>
          <a:p>
            <a:pPr eaLnBrk="1" hangingPunct="1"/>
            <a:r>
              <a:rPr lang="en-US" altLang="en-US">
                <a:ea typeface="ＭＳ Ｐゴシック" panose="020B0600070205080204" pitchFamily="34" charset="-128"/>
              </a:rPr>
              <a:t>Creativity</a:t>
            </a:r>
          </a:p>
          <a:p>
            <a:pPr eaLnBrk="1" hangingPunct="1"/>
            <a:r>
              <a:rPr lang="en-US" altLang="en-US">
                <a:ea typeface="ＭＳ Ｐゴシック" panose="020B0600070205080204" pitchFamily="34" charset="-128"/>
              </a:rPr>
              <a:t>Customer-service skills</a:t>
            </a:r>
          </a:p>
          <a:p>
            <a:pPr eaLnBrk="1" hangingPunct="1"/>
            <a:r>
              <a:rPr lang="en-US" altLang="en-US">
                <a:ea typeface="ＭＳ Ｐゴシック" panose="020B0600070205080204" pitchFamily="34" charset="-128"/>
              </a:rPr>
              <a:t>Detail oriented</a:t>
            </a:r>
          </a:p>
          <a:p>
            <a:pPr eaLnBrk="1" hangingPunct="1"/>
            <a:r>
              <a:rPr lang="en-US" altLang="en-US">
                <a:ea typeface="ＭＳ Ｐゴシック" panose="020B0600070205080204" pitchFamily="34" charset="-128"/>
              </a:rPr>
              <a:t>Problem-solving skills</a:t>
            </a:r>
          </a:p>
          <a:p>
            <a:pPr eaLnBrk="1" hangingPunct="1"/>
            <a:r>
              <a:rPr lang="en-US" altLang="en-US">
                <a:ea typeface="ＭＳ Ｐゴシック" panose="020B0600070205080204" pitchFamily="34" charset="-128"/>
              </a:rPr>
              <a:t>Teamwork</a:t>
            </a:r>
          </a:p>
          <a:p>
            <a:pPr eaLnBrk="1" hangingPunct="1"/>
            <a:r>
              <a:rPr lang="en-US" altLang="en-US">
                <a:ea typeface="ＭＳ Ｐゴシック" panose="020B0600070205080204" pitchFamily="34" charset="-128"/>
              </a:rPr>
              <a:t>Technical skills</a:t>
            </a:r>
          </a:p>
          <a:p>
            <a:pPr lvl="1" eaLnBrk="1" hangingPunct="1"/>
            <a:endParaRPr lang="en-US" altLang="en-US">
              <a:ea typeface="ＭＳ Ｐゴシック" panose="020B0600070205080204"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6DEEEC9-D5E8-4DE2-B5FA-94F4BFF163F2}"/>
              </a:ext>
            </a:extLst>
          </p:cNvPr>
          <p:cNvSpPr>
            <a:spLocks noGrp="1" noChangeArrowheads="1"/>
          </p:cNvSpPr>
          <p:nvPr>
            <p:ph type="title"/>
          </p:nvPr>
        </p:nvSpPr>
        <p:spPr/>
        <p:txBody>
          <a:bodyPr/>
          <a:lstStyle/>
          <a:p>
            <a:r>
              <a:rPr lang="en-US" altLang="en-US">
                <a:ea typeface="ＭＳ Ｐゴシック" panose="020B0600070205080204" pitchFamily="34" charset="-128"/>
              </a:rPr>
              <a:t>Employment Opportunities</a:t>
            </a:r>
          </a:p>
        </p:txBody>
      </p:sp>
      <p:sp>
        <p:nvSpPr>
          <p:cNvPr id="19459" name="Rectangle 3">
            <a:extLst>
              <a:ext uri="{FF2B5EF4-FFF2-40B4-BE49-F238E27FC236}">
                <a16:creationId xmlns:a16="http://schemas.microsoft.com/office/drawing/2014/main" id="{8515F000-DFEE-4FBC-8692-6534285F3D1D}"/>
              </a:ext>
            </a:extLst>
          </p:cNvPr>
          <p:cNvSpPr>
            <a:spLocks noGrp="1" noChangeArrowheads="1"/>
          </p:cNvSpPr>
          <p:nvPr>
            <p:ph type="body" idx="1"/>
          </p:nvPr>
        </p:nvSpPr>
        <p:spPr/>
        <p:txBody>
          <a:bodyPr/>
          <a:lstStyle/>
          <a:p>
            <a:r>
              <a:rPr lang="en-US" altLang="en-US">
                <a:ea typeface="ＭＳ Ｐゴシック" panose="020B0600070205080204" pitchFamily="34" charset="-128"/>
              </a:rPr>
              <a:t>Computer software engineer: designs an appropriate solution to a user’s problem</a:t>
            </a:r>
          </a:p>
          <a:p>
            <a:r>
              <a:rPr lang="en-US" altLang="en-US">
                <a:ea typeface="ＭＳ Ｐゴシック" panose="020B0600070205080204" pitchFamily="34" charset="-128"/>
              </a:rPr>
              <a:t>Computer programmer: codes a computer solution </a:t>
            </a:r>
          </a:p>
          <a:p>
            <a:r>
              <a:rPr lang="en-US" altLang="en-US" b="1">
                <a:ea typeface="ＭＳ Ｐゴシック" panose="020B0600070205080204" pitchFamily="34" charset="-128"/>
              </a:rPr>
              <a:t>Coding</a:t>
            </a:r>
            <a:r>
              <a:rPr lang="en-US" altLang="en-US">
                <a:ea typeface="ＭＳ Ｐゴシック" panose="020B0600070205080204" pitchFamily="34" charset="-128"/>
              </a:rPr>
              <a:t> is the process of translating a computer solution into a language a computer can understand</a:t>
            </a:r>
          </a:p>
          <a:p>
            <a:r>
              <a:rPr lang="en-US" altLang="en-US">
                <a:ea typeface="ＭＳ Ｐゴシック" panose="020B0600070205080204" pitchFamily="34" charset="-128"/>
              </a:rPr>
              <a:t>Some positions call for both engineering and programming</a:t>
            </a:r>
          </a:p>
          <a:p>
            <a:pPr lvl="1"/>
            <a:endParaRPr lang="en-US" altLang="en-US">
              <a:ea typeface="ＭＳ Ｐゴシック" panose="020B0600070205080204" pitchFamily="34" charset="-128"/>
            </a:endParaRPr>
          </a:p>
        </p:txBody>
      </p:sp>
      <p:sp>
        <p:nvSpPr>
          <p:cNvPr id="19460" name="Footer Placeholder 3">
            <a:extLst>
              <a:ext uri="{FF2B5EF4-FFF2-40B4-BE49-F238E27FC236}">
                <a16:creationId xmlns:a16="http://schemas.microsoft.com/office/drawing/2014/main" id="{6E906664-11A9-4A6D-9C77-D2A6D1050F0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19461" name="Slide Number Placeholder 4">
            <a:extLst>
              <a:ext uri="{FF2B5EF4-FFF2-40B4-BE49-F238E27FC236}">
                <a16:creationId xmlns:a16="http://schemas.microsoft.com/office/drawing/2014/main" id="{D49E4BCF-DE2A-4A00-8D47-2257BA98550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C3240FBE-7563-4176-A0BF-6BE33011B60F}" type="slidenum">
              <a:rPr lang="en-US" altLang="en-US" sz="1400" smtClean="0">
                <a:solidFill>
                  <a:schemeClr val="tx1"/>
                </a:solidFill>
                <a:latin typeface="Arial" panose="020B0604020202020204" pitchFamily="34" charset="0"/>
              </a:rPr>
              <a:pPr>
                <a:spcBef>
                  <a:spcPct val="0"/>
                </a:spcBef>
                <a:buFontTx/>
                <a:buNone/>
              </a:pPr>
              <a:t>7</a:t>
            </a:fld>
            <a:endParaRPr lang="en-US" altLang="en-US" sz="1400">
              <a:solidFill>
                <a:schemeClr val="tx1"/>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EF21EB7-104F-46FC-BA33-7A0DE3457A41}"/>
              </a:ext>
            </a:extLst>
          </p:cNvPr>
          <p:cNvSpPr>
            <a:spLocks noGrp="1" noChangeArrowheads="1"/>
          </p:cNvSpPr>
          <p:nvPr>
            <p:ph type="title"/>
          </p:nvPr>
        </p:nvSpPr>
        <p:spPr/>
        <p:txBody>
          <a:bodyPr rtlCol="0">
            <a:normAutofit fontScale="90000"/>
          </a:bodyPr>
          <a:lstStyle/>
          <a:p>
            <a:pPr>
              <a:defRPr/>
            </a:pPr>
            <a:r>
              <a:rPr lang="en-US"/>
              <a:t>A Brief History of Programming Languages</a:t>
            </a:r>
          </a:p>
        </p:txBody>
      </p:sp>
      <p:sp>
        <p:nvSpPr>
          <p:cNvPr id="21507" name="Rectangle 3">
            <a:extLst>
              <a:ext uri="{FF2B5EF4-FFF2-40B4-BE49-F238E27FC236}">
                <a16:creationId xmlns:a16="http://schemas.microsoft.com/office/drawing/2014/main" id="{98871049-33EB-4A89-80DA-2440B1AA62D6}"/>
              </a:ext>
            </a:extLst>
          </p:cNvPr>
          <p:cNvSpPr>
            <a:spLocks noGrp="1" noChangeArrowheads="1"/>
          </p:cNvSpPr>
          <p:nvPr>
            <p:ph type="body" idx="1"/>
          </p:nvPr>
        </p:nvSpPr>
        <p:spPr/>
        <p:txBody>
          <a:bodyPr/>
          <a:lstStyle/>
          <a:p>
            <a:pPr marL="0" indent="0">
              <a:buFontTx/>
              <a:buNone/>
            </a:pPr>
            <a:r>
              <a:rPr lang="en-US" altLang="en-US">
                <a:ea typeface="ＭＳ Ｐゴシック" panose="020B0600070205080204" pitchFamily="34" charset="-128"/>
              </a:rPr>
              <a:t>There are many different types of programming languages.  This chapter will discuss:</a:t>
            </a:r>
            <a:br>
              <a:rPr lang="en-US" altLang="en-US">
                <a:ea typeface="ＭＳ Ｐゴシック" panose="020B0600070205080204" pitchFamily="34" charset="-128"/>
              </a:rPr>
            </a:br>
            <a:endParaRPr lang="en-US" altLang="en-US">
              <a:ea typeface="ＭＳ Ｐゴシック" panose="020B0600070205080204" pitchFamily="34" charset="-128"/>
            </a:endParaRPr>
          </a:p>
          <a:p>
            <a:pPr marL="0" indent="0"/>
            <a:r>
              <a:rPr lang="en-US" altLang="en-US">
                <a:ea typeface="ＭＳ Ｐゴシック" panose="020B0600070205080204" pitchFamily="34" charset="-128"/>
              </a:rPr>
              <a:t>Machine languages</a:t>
            </a:r>
          </a:p>
          <a:p>
            <a:pPr marL="0" indent="0"/>
            <a:r>
              <a:rPr lang="en-US" altLang="en-US">
                <a:ea typeface="ＭＳ Ｐゴシック" panose="020B0600070205080204" pitchFamily="34" charset="-128"/>
              </a:rPr>
              <a:t>Assembly languages</a:t>
            </a:r>
          </a:p>
          <a:p>
            <a:pPr marL="0" indent="0"/>
            <a:r>
              <a:rPr lang="en-US" altLang="en-US">
                <a:ea typeface="ＭＳ Ｐゴシック" panose="020B0600070205080204" pitchFamily="34" charset="-128"/>
              </a:rPr>
              <a:t>High-level procedure-oriented languages</a:t>
            </a:r>
          </a:p>
          <a:p>
            <a:pPr marL="0" indent="0"/>
            <a:r>
              <a:rPr lang="en-US" altLang="en-US">
                <a:ea typeface="ＭＳ Ｐゴシック" panose="020B0600070205080204" pitchFamily="34" charset="-128"/>
              </a:rPr>
              <a:t>High-level object-oriented languages</a:t>
            </a:r>
          </a:p>
        </p:txBody>
      </p:sp>
      <p:sp>
        <p:nvSpPr>
          <p:cNvPr id="21508" name="Footer Placeholder 3">
            <a:extLst>
              <a:ext uri="{FF2B5EF4-FFF2-40B4-BE49-F238E27FC236}">
                <a16:creationId xmlns:a16="http://schemas.microsoft.com/office/drawing/2014/main" id="{86CBE814-58E3-4010-B2BF-A9BF45A21A4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21509" name="Slide Number Placeholder 4">
            <a:extLst>
              <a:ext uri="{FF2B5EF4-FFF2-40B4-BE49-F238E27FC236}">
                <a16:creationId xmlns:a16="http://schemas.microsoft.com/office/drawing/2014/main" id="{44EDDDCE-7BA8-4CD2-9221-319F2D03219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293CEDF5-05B5-4778-9C6F-75649E832C0B}" type="slidenum">
              <a:rPr lang="en-US" altLang="en-US" sz="1400" smtClean="0">
                <a:solidFill>
                  <a:schemeClr val="tx1"/>
                </a:solidFill>
                <a:latin typeface="Arial" panose="020B0604020202020204" pitchFamily="34" charset="0"/>
              </a:rPr>
              <a:pPr>
                <a:spcBef>
                  <a:spcPct val="0"/>
                </a:spcBef>
                <a:buFontTx/>
                <a:buNone/>
              </a:pPr>
              <a:t>8</a:t>
            </a:fld>
            <a:endParaRPr lang="en-US" altLang="en-US" sz="1400">
              <a:solidFill>
                <a:schemeClr val="tx1"/>
              </a:solidFill>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a:extLst>
              <a:ext uri="{FF2B5EF4-FFF2-40B4-BE49-F238E27FC236}">
                <a16:creationId xmlns:a16="http://schemas.microsoft.com/office/drawing/2014/main" id="{D86E425D-1E3D-4055-9160-084DADBA897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23555" name="Slide Number Placeholder 4">
            <a:extLst>
              <a:ext uri="{FF2B5EF4-FFF2-40B4-BE49-F238E27FC236}">
                <a16:creationId xmlns:a16="http://schemas.microsoft.com/office/drawing/2014/main" id="{A9512941-A346-4E54-B1B4-265023D6A90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13A0CD80-EEF6-4849-8E34-F41F8798C4DE}" type="slidenum">
              <a:rPr lang="en-US" altLang="en-US" sz="1400" smtClean="0">
                <a:solidFill>
                  <a:schemeClr val="tx1"/>
                </a:solidFill>
                <a:latin typeface="Arial" panose="020B0604020202020204" pitchFamily="34" charset="0"/>
              </a:rPr>
              <a:pPr>
                <a:spcBef>
                  <a:spcPct val="0"/>
                </a:spcBef>
                <a:buFontTx/>
                <a:buNone/>
              </a:pPr>
              <a:t>9</a:t>
            </a:fld>
            <a:endParaRPr lang="en-US" altLang="en-US" sz="1400">
              <a:solidFill>
                <a:schemeClr val="tx1"/>
              </a:solidFill>
              <a:latin typeface="Arial" panose="020B0604020202020204" pitchFamily="34" charset="0"/>
            </a:endParaRPr>
          </a:p>
        </p:txBody>
      </p:sp>
      <p:sp>
        <p:nvSpPr>
          <p:cNvPr id="23556" name="Rectangle 2">
            <a:extLst>
              <a:ext uri="{FF2B5EF4-FFF2-40B4-BE49-F238E27FC236}">
                <a16:creationId xmlns:a16="http://schemas.microsoft.com/office/drawing/2014/main" id="{688B7D4D-EBF3-4B57-BF6A-4711B7809995}"/>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Machine Languages</a:t>
            </a:r>
          </a:p>
        </p:txBody>
      </p:sp>
      <p:sp>
        <p:nvSpPr>
          <p:cNvPr id="23557" name="Rectangle 3">
            <a:extLst>
              <a:ext uri="{FF2B5EF4-FFF2-40B4-BE49-F238E27FC236}">
                <a16:creationId xmlns:a16="http://schemas.microsoft.com/office/drawing/2014/main" id="{52FFE583-9E86-4B62-96BB-DF20F3C42010}"/>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The first programmers had to write the program instructions using only combinations of 0s and 1s</a:t>
            </a:r>
          </a:p>
          <a:p>
            <a:pPr lvl="1" eaLnBrk="1" hangingPunct="1"/>
            <a:r>
              <a:rPr lang="en-US" altLang="en-US">
                <a:ea typeface="ＭＳ Ｐゴシック" panose="020B0600070205080204" pitchFamily="34" charset="-128"/>
              </a:rPr>
              <a:t>Example: 0000 0101 1100 0000</a:t>
            </a:r>
            <a:endParaRPr lang="en-US" altLang="en-US">
              <a:latin typeface="Courier New" panose="02070309020205020404" pitchFamily="49" charset="0"/>
              <a:ea typeface="ＭＳ Ｐゴシック" panose="020B0600070205080204" pitchFamily="34" charset="-128"/>
            </a:endParaRPr>
          </a:p>
          <a:p>
            <a:pPr eaLnBrk="1" hangingPunct="1"/>
            <a:r>
              <a:rPr lang="en-US" altLang="en-US">
                <a:ea typeface="ＭＳ Ｐゴシック" panose="020B0600070205080204" pitchFamily="34" charset="-128"/>
              </a:rPr>
              <a:t>Instructions written in 0s and 1s are called </a:t>
            </a:r>
            <a:r>
              <a:rPr lang="en-US" altLang="en-US" b="1">
                <a:ea typeface="ＭＳ Ｐゴシック" panose="020B0600070205080204" pitchFamily="34" charset="-128"/>
              </a:rPr>
              <a:t>machine language </a:t>
            </a:r>
            <a:r>
              <a:rPr lang="en-US" altLang="en-US">
                <a:ea typeface="ＭＳ Ｐゴシック" panose="020B0600070205080204" pitchFamily="34" charset="-128"/>
              </a:rPr>
              <a:t>or </a:t>
            </a:r>
            <a:r>
              <a:rPr lang="en-US" altLang="en-US" b="1">
                <a:ea typeface="ＭＳ Ｐゴシック" panose="020B0600070205080204" pitchFamily="34" charset="-128"/>
              </a:rPr>
              <a:t>machine code</a:t>
            </a:r>
          </a:p>
          <a:p>
            <a:pPr eaLnBrk="1" hangingPunct="1"/>
            <a:r>
              <a:rPr lang="en-US" altLang="en-US">
                <a:ea typeface="ＭＳ Ｐゴシック" panose="020B0600070205080204" pitchFamily="34" charset="-128"/>
              </a:rPr>
              <a:t>Each type of machine has its own language</a:t>
            </a:r>
          </a:p>
          <a:p>
            <a:pPr eaLnBrk="1" hangingPunct="1"/>
            <a:r>
              <a:rPr lang="en-US" altLang="en-US">
                <a:ea typeface="ＭＳ Ｐゴシック" panose="020B0600070205080204" pitchFamily="34" charset="-128"/>
              </a:rPr>
              <a:t>Machine languages are the only way to communicate directly with the computer</a:t>
            </a:r>
          </a:p>
          <a:p>
            <a:pPr eaLnBrk="1" hangingPunct="1"/>
            <a:r>
              <a:rPr lang="en-US" altLang="en-US">
                <a:ea typeface="ＭＳ Ｐゴシック" panose="020B0600070205080204" pitchFamily="34" charset="-128"/>
              </a:rPr>
              <a:t>Programming in machine language: tedious and error-prone; requires highly trained programmers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a:extLst>
              <a:ext uri="{FF2B5EF4-FFF2-40B4-BE49-F238E27FC236}">
                <a16:creationId xmlns:a16="http://schemas.microsoft.com/office/drawing/2014/main" id="{B2E0F696-ECE0-4E0C-B5A8-229F2E4E0DB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25603" name="Slide Number Placeholder 4">
            <a:extLst>
              <a:ext uri="{FF2B5EF4-FFF2-40B4-BE49-F238E27FC236}">
                <a16:creationId xmlns:a16="http://schemas.microsoft.com/office/drawing/2014/main" id="{D663000E-8205-4E1A-8A6E-68599DA710A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F4B7FA83-86C7-469E-900C-93424BEEAA60}" type="slidenum">
              <a:rPr lang="en-US" altLang="en-US" sz="1400" smtClean="0">
                <a:solidFill>
                  <a:schemeClr val="tx1"/>
                </a:solidFill>
                <a:latin typeface="Arial" panose="020B0604020202020204" pitchFamily="34" charset="0"/>
              </a:rPr>
              <a:pPr>
                <a:spcBef>
                  <a:spcPct val="0"/>
                </a:spcBef>
                <a:buFontTx/>
                <a:buNone/>
              </a:pPr>
              <a:t>10</a:t>
            </a:fld>
            <a:endParaRPr lang="en-US" altLang="en-US" sz="1400">
              <a:solidFill>
                <a:schemeClr val="tx1"/>
              </a:solidFill>
              <a:latin typeface="Arial" panose="020B0604020202020204" pitchFamily="34" charset="0"/>
            </a:endParaRPr>
          </a:p>
        </p:txBody>
      </p:sp>
      <p:sp>
        <p:nvSpPr>
          <p:cNvPr id="25604" name="Rectangle 2">
            <a:extLst>
              <a:ext uri="{FF2B5EF4-FFF2-40B4-BE49-F238E27FC236}">
                <a16:creationId xmlns:a16="http://schemas.microsoft.com/office/drawing/2014/main" id="{C8FE2DC3-D2E6-4DE9-8232-AEEB2ED813EC}"/>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Assembly Languages</a:t>
            </a:r>
          </a:p>
        </p:txBody>
      </p:sp>
      <p:sp>
        <p:nvSpPr>
          <p:cNvPr id="25605" name="Rectangle 3">
            <a:extLst>
              <a:ext uri="{FF2B5EF4-FFF2-40B4-BE49-F238E27FC236}">
                <a16:creationId xmlns:a16="http://schemas.microsoft.com/office/drawing/2014/main" id="{B5A214C4-DC30-439E-8CB3-74B420FA638F}"/>
              </a:ext>
            </a:extLst>
          </p:cNvPr>
          <p:cNvSpPr>
            <a:spLocks noGrp="1" noChangeArrowheads="1"/>
          </p:cNvSpPr>
          <p:nvPr>
            <p:ph type="body" idx="1"/>
          </p:nvPr>
        </p:nvSpPr>
        <p:spPr/>
        <p:txBody>
          <a:bodyPr/>
          <a:lstStyle/>
          <a:p>
            <a:pPr eaLnBrk="1" hangingPunct="1"/>
            <a:r>
              <a:rPr lang="en-US" altLang="en-US" b="1">
                <a:ea typeface="ＭＳ Ｐゴシック" panose="020B0600070205080204" pitchFamily="34" charset="-128"/>
              </a:rPr>
              <a:t>Assembly languages </a:t>
            </a:r>
            <a:r>
              <a:rPr lang="en-US" altLang="en-US">
                <a:ea typeface="ＭＳ Ｐゴシック" panose="020B0600070205080204" pitchFamily="34" charset="-128"/>
              </a:rPr>
              <a:t>made writing code simpler than using only 0s and 1s</a:t>
            </a:r>
          </a:p>
          <a:p>
            <a:pPr eaLnBrk="1" hangingPunct="1"/>
            <a:r>
              <a:rPr lang="en-US" altLang="en-US" b="1">
                <a:ea typeface="ＭＳ Ｐゴシック" panose="020B0600070205080204" pitchFamily="34" charset="-128"/>
              </a:rPr>
              <a:t>Mnemonics </a:t>
            </a:r>
            <a:r>
              <a:rPr lang="en-US" altLang="en-US">
                <a:ea typeface="ＭＳ Ｐゴシック" panose="020B0600070205080204" pitchFamily="34" charset="-128"/>
              </a:rPr>
              <a:t>– symbols used to represent the actual machine language instructions</a:t>
            </a:r>
            <a:br>
              <a:rPr lang="en-US" altLang="en-US">
                <a:ea typeface="ＭＳ Ｐゴシック" panose="020B0600070205080204" pitchFamily="34" charset="-128"/>
              </a:rPr>
            </a:br>
            <a:r>
              <a:rPr lang="en-US" altLang="en-US">
                <a:ea typeface="ＭＳ Ｐゴシック" panose="020B0600070205080204" pitchFamily="34" charset="-128"/>
              </a:rPr>
              <a:t>Example:  00000101 vs. BALR</a:t>
            </a:r>
            <a:endParaRPr lang="en-US" altLang="en-US">
              <a:latin typeface="Courier New" panose="02070309020205020404" pitchFamily="49" charset="0"/>
              <a:ea typeface="ＭＳ Ｐゴシック" panose="020B0600070205080204" pitchFamily="34" charset="-128"/>
            </a:endParaRPr>
          </a:p>
          <a:p>
            <a:pPr eaLnBrk="1" hangingPunct="1"/>
            <a:r>
              <a:rPr lang="en-US" altLang="en-US">
                <a:ea typeface="ＭＳ Ｐゴシック" panose="020B0600070205080204" pitchFamily="34" charset="-128"/>
              </a:rPr>
              <a:t>Assembly programs require an </a:t>
            </a:r>
            <a:r>
              <a:rPr lang="en-US" altLang="en-US" b="1">
                <a:ea typeface="ＭＳ Ｐゴシック" panose="020B0600070205080204" pitchFamily="34" charset="-128"/>
              </a:rPr>
              <a:t>assembler</a:t>
            </a:r>
            <a:r>
              <a:rPr lang="en-US" altLang="en-US">
                <a:ea typeface="ＭＳ Ｐゴシック" panose="020B0600070205080204" pitchFamily="34" charset="-128"/>
              </a:rPr>
              <a:t> to convert instructions into machine code</a:t>
            </a:r>
          </a:p>
          <a:p>
            <a:pPr eaLnBrk="1" hangingPunct="1"/>
            <a:r>
              <a:rPr lang="en-US" altLang="en-US">
                <a:ea typeface="ＭＳ Ｐゴシック" panose="020B0600070205080204" pitchFamily="34" charset="-128"/>
              </a:rPr>
              <a:t>Easier to write programs in assembly language</a:t>
            </a:r>
          </a:p>
          <a:p>
            <a:pPr lvl="1" eaLnBrk="1" hangingPunct="1"/>
            <a:r>
              <a:rPr lang="en-US" altLang="en-US">
                <a:ea typeface="ＭＳ Ｐゴシック" panose="020B0600070205080204" pitchFamily="34" charset="-128"/>
              </a:rPr>
              <a:t>But still tedious and requires highly trained programmers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a:extLst>
              <a:ext uri="{FF2B5EF4-FFF2-40B4-BE49-F238E27FC236}">
                <a16:creationId xmlns:a16="http://schemas.microsoft.com/office/drawing/2014/main" id="{31C7FFD6-021A-4F67-B3FA-7D01BBDDC3E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27651" name="Slide Number Placeholder 4">
            <a:extLst>
              <a:ext uri="{FF2B5EF4-FFF2-40B4-BE49-F238E27FC236}">
                <a16:creationId xmlns:a16="http://schemas.microsoft.com/office/drawing/2014/main" id="{AC903396-0078-42B3-ABDB-E40503D46C8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536C56DB-CA45-47D7-8565-AFD0FAE1B52E}" type="slidenum">
              <a:rPr lang="en-US" altLang="en-US" sz="1400" smtClean="0">
                <a:solidFill>
                  <a:schemeClr val="tx1"/>
                </a:solidFill>
                <a:latin typeface="Arial" panose="020B0604020202020204" pitchFamily="34" charset="0"/>
              </a:rPr>
              <a:pPr>
                <a:spcBef>
                  <a:spcPct val="0"/>
                </a:spcBef>
                <a:buFontTx/>
                <a:buNone/>
              </a:pPr>
              <a:t>11</a:t>
            </a:fld>
            <a:endParaRPr lang="en-US" altLang="en-US" sz="1400">
              <a:solidFill>
                <a:schemeClr val="tx1"/>
              </a:solidFill>
              <a:latin typeface="Arial" panose="020B0604020202020204" pitchFamily="34" charset="0"/>
            </a:endParaRPr>
          </a:p>
        </p:txBody>
      </p:sp>
      <p:sp>
        <p:nvSpPr>
          <p:cNvPr id="27652" name="Rectangle 2">
            <a:extLst>
              <a:ext uri="{FF2B5EF4-FFF2-40B4-BE49-F238E27FC236}">
                <a16:creationId xmlns:a16="http://schemas.microsoft.com/office/drawing/2014/main" id="{1BAA60C0-9EC4-4B81-97F0-EAC36E333BCB}"/>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High-Level Languages</a:t>
            </a:r>
          </a:p>
        </p:txBody>
      </p:sp>
      <p:sp>
        <p:nvSpPr>
          <p:cNvPr id="27653" name="Rectangle 3">
            <a:extLst>
              <a:ext uri="{FF2B5EF4-FFF2-40B4-BE49-F238E27FC236}">
                <a16:creationId xmlns:a16="http://schemas.microsoft.com/office/drawing/2014/main" id="{5D4ACB17-935E-408F-9FBB-623C85041770}"/>
              </a:ext>
            </a:extLst>
          </p:cNvPr>
          <p:cNvSpPr>
            <a:spLocks noGrp="1" noChangeArrowheads="1"/>
          </p:cNvSpPr>
          <p:nvPr>
            <p:ph type="body" idx="1"/>
          </p:nvPr>
        </p:nvSpPr>
        <p:spPr>
          <a:xfrm>
            <a:off x="533400" y="1676400"/>
            <a:ext cx="8153400" cy="4572000"/>
          </a:xfrm>
        </p:spPr>
        <p:txBody>
          <a:bodyPr/>
          <a:lstStyle/>
          <a:p>
            <a:pPr eaLnBrk="1" hangingPunct="1"/>
            <a:r>
              <a:rPr lang="en-US" altLang="en-US" b="1">
                <a:ea typeface="ＭＳ Ｐゴシック" panose="020B0600070205080204" pitchFamily="34" charset="-128"/>
              </a:rPr>
              <a:t>High-level languages</a:t>
            </a:r>
            <a:r>
              <a:rPr lang="en-US" altLang="en-US">
                <a:ea typeface="ＭＳ Ｐゴシック" panose="020B0600070205080204" pitchFamily="34" charset="-128"/>
              </a:rPr>
              <a:t> allow programmers to use English-like instructions</a:t>
            </a:r>
            <a:br>
              <a:rPr lang="en-US" altLang="en-US">
                <a:ea typeface="ＭＳ Ｐゴシック" panose="020B0600070205080204" pitchFamily="34" charset="-128"/>
              </a:rPr>
            </a:br>
            <a:r>
              <a:rPr lang="en-US" altLang="en-US">
                <a:ea typeface="ＭＳ Ｐゴシック" panose="020B0600070205080204" pitchFamily="34" charset="-128"/>
              </a:rPr>
              <a:t>Example: </a:t>
            </a:r>
            <a:r>
              <a:rPr lang="en-US" altLang="en-US">
                <a:latin typeface="Courier New" panose="02070309020205020404" pitchFamily="49" charset="0"/>
                <a:ea typeface="ＭＳ Ｐゴシック" panose="020B0600070205080204" pitchFamily="34" charset="-128"/>
              </a:rPr>
              <a:t>taxAmount = total * taxRate</a:t>
            </a:r>
          </a:p>
          <a:p>
            <a:pPr eaLnBrk="1" hangingPunct="1"/>
            <a:r>
              <a:rPr lang="en-US" altLang="en-US">
                <a:ea typeface="ＭＳ Ｐゴシック" panose="020B0600070205080204" pitchFamily="34" charset="-128"/>
              </a:rPr>
              <a:t>Each high-level language instruction is equivalent to more than one machine language instruction</a:t>
            </a:r>
          </a:p>
          <a:p>
            <a:pPr eaLnBrk="1" hangingPunct="1"/>
            <a:r>
              <a:rPr lang="en-US" altLang="en-US" b="1">
                <a:ea typeface="ＭＳ Ｐゴシック" panose="020B0600070205080204" pitchFamily="34" charset="-128"/>
              </a:rPr>
              <a:t>Compilers</a:t>
            </a:r>
            <a:r>
              <a:rPr lang="en-US" altLang="en-US">
                <a:ea typeface="ＭＳ Ｐゴシック" panose="020B0600070205080204" pitchFamily="34" charset="-128"/>
              </a:rPr>
              <a:t> translate high-level instructions into 0s and 1s (machine language)</a:t>
            </a:r>
          </a:p>
          <a:p>
            <a:pPr eaLnBrk="1" hangingPunct="1"/>
            <a:r>
              <a:rPr lang="en-US" altLang="en-US" b="1">
                <a:ea typeface="ＭＳ Ｐゴシック" panose="020B0600070205080204" pitchFamily="34" charset="-128"/>
              </a:rPr>
              <a:t>Interpreters</a:t>
            </a:r>
            <a:r>
              <a:rPr lang="en-US" altLang="en-US">
                <a:ea typeface="ＭＳ Ｐゴシック" panose="020B0600070205080204" pitchFamily="34" charset="-128"/>
              </a:rPr>
              <a:t> translate the program line by line as the program is running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a:extLst>
              <a:ext uri="{FF2B5EF4-FFF2-40B4-BE49-F238E27FC236}">
                <a16:creationId xmlns:a16="http://schemas.microsoft.com/office/drawing/2014/main" id="{CBCC2780-C9C7-40D9-B6C9-B62CE499A5F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29699" name="Slide Number Placeholder 4">
            <a:extLst>
              <a:ext uri="{FF2B5EF4-FFF2-40B4-BE49-F238E27FC236}">
                <a16:creationId xmlns:a16="http://schemas.microsoft.com/office/drawing/2014/main" id="{D5BF94A2-524E-44B1-9300-68CA5052C77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8EAC6202-1E5A-47F8-8616-A9221B28C05E}" type="slidenum">
              <a:rPr lang="en-US" altLang="en-US" sz="1400" smtClean="0">
                <a:solidFill>
                  <a:schemeClr val="tx1"/>
                </a:solidFill>
                <a:latin typeface="Arial" panose="020B0604020202020204" pitchFamily="34" charset="0"/>
              </a:rPr>
              <a:pPr>
                <a:spcBef>
                  <a:spcPct val="0"/>
                </a:spcBef>
                <a:buFontTx/>
                <a:buNone/>
              </a:pPr>
              <a:t>12</a:t>
            </a:fld>
            <a:endParaRPr lang="en-US" altLang="en-US" sz="1400">
              <a:solidFill>
                <a:schemeClr val="tx1"/>
              </a:solidFill>
              <a:latin typeface="Arial" panose="020B0604020202020204" pitchFamily="34" charset="0"/>
            </a:endParaRPr>
          </a:p>
        </p:txBody>
      </p:sp>
      <p:sp>
        <p:nvSpPr>
          <p:cNvPr id="29700" name="Rectangle 2">
            <a:extLst>
              <a:ext uri="{FF2B5EF4-FFF2-40B4-BE49-F238E27FC236}">
                <a16:creationId xmlns:a16="http://schemas.microsoft.com/office/drawing/2014/main" id="{32018022-5C83-44AD-8596-4ABF5FF449AA}"/>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High-Level Languages (cont.)</a:t>
            </a:r>
          </a:p>
        </p:txBody>
      </p:sp>
      <p:sp>
        <p:nvSpPr>
          <p:cNvPr id="29701" name="Rectangle 3">
            <a:extLst>
              <a:ext uri="{FF2B5EF4-FFF2-40B4-BE49-F238E27FC236}">
                <a16:creationId xmlns:a16="http://schemas.microsoft.com/office/drawing/2014/main" id="{0A915FE7-FC3F-4FB7-9C3E-847F926B61A6}"/>
              </a:ext>
            </a:extLst>
          </p:cNvPr>
          <p:cNvSpPr>
            <a:spLocks noGrp="1" noChangeArrowheads="1"/>
          </p:cNvSpPr>
          <p:nvPr>
            <p:ph type="body" idx="1"/>
          </p:nvPr>
        </p:nvSpPr>
        <p:spPr>
          <a:xfrm>
            <a:off x="533400" y="1447800"/>
            <a:ext cx="8077200" cy="4800600"/>
          </a:xfrm>
        </p:spPr>
        <p:txBody>
          <a:bodyPr/>
          <a:lstStyle/>
          <a:p>
            <a:pPr eaLnBrk="1" hangingPunct="1"/>
            <a:r>
              <a:rPr lang="en-US" altLang="en-US">
                <a:ea typeface="ＭＳ Ｐゴシック" panose="020B0600070205080204" pitchFamily="34" charset="-128"/>
              </a:rPr>
              <a:t>When writing a </a:t>
            </a:r>
            <a:r>
              <a:rPr lang="en-US" altLang="en-US" b="1">
                <a:ea typeface="ＭＳ Ｐゴシック" panose="020B0600070205080204" pitchFamily="34" charset="-128"/>
              </a:rPr>
              <a:t>procedure-oriented program</a:t>
            </a:r>
            <a:r>
              <a:rPr lang="en-US" altLang="en-US">
                <a:ea typeface="ＭＳ Ｐゴシック" panose="020B0600070205080204" pitchFamily="34" charset="-128"/>
              </a:rPr>
              <a:t>, the programmer concentrates on the major tasks that the program needs to perform</a:t>
            </a:r>
          </a:p>
          <a:p>
            <a:pPr lvl="1" eaLnBrk="1" hangingPunct="1"/>
            <a:r>
              <a:rPr lang="en-US" altLang="en-US">
                <a:ea typeface="ＭＳ Ｐゴシック" panose="020B0600070205080204" pitchFamily="34" charset="-128"/>
              </a:rPr>
              <a:t>Examples: COBOL, BASIC, C</a:t>
            </a:r>
          </a:p>
          <a:p>
            <a:pPr eaLnBrk="1" hangingPunct="1"/>
            <a:r>
              <a:rPr lang="en-US" altLang="en-US">
                <a:ea typeface="ＭＳ Ｐゴシック" panose="020B0600070205080204" pitchFamily="34" charset="-128"/>
              </a:rPr>
              <a:t>An </a:t>
            </a:r>
            <a:r>
              <a:rPr lang="en-US" altLang="en-US" b="1">
                <a:ea typeface="ＭＳ Ｐゴシック" panose="020B0600070205080204" pitchFamily="34" charset="-128"/>
              </a:rPr>
              <a:t>object-oriented program </a:t>
            </a:r>
            <a:r>
              <a:rPr lang="en-US" altLang="en-US">
                <a:ea typeface="ＭＳ Ｐゴシック" panose="020B0600070205080204" pitchFamily="34" charset="-128"/>
              </a:rPr>
              <a:t>requires the programmer to focus on the objects that the program can use to accomplish its goal</a:t>
            </a:r>
          </a:p>
          <a:p>
            <a:pPr lvl="1" eaLnBrk="1" hangingPunct="1"/>
            <a:r>
              <a:rPr lang="en-US" altLang="en-US">
                <a:ea typeface="ＭＳ Ｐゴシック" panose="020B0600070205080204" pitchFamily="34" charset="-128"/>
              </a:rPr>
              <a:t>Examples: C++, Visual Basic, Java, C#</a:t>
            </a:r>
          </a:p>
          <a:p>
            <a:pPr eaLnBrk="1" hangingPunct="1"/>
            <a:r>
              <a:rPr lang="en-US" altLang="en-US">
                <a:ea typeface="ＭＳ Ｐゴシック" panose="020B0600070205080204" pitchFamily="34" charset="-128"/>
              </a:rPr>
              <a:t>Object-oriented programs allow for an object to be created that can be reused in more than one program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a:extLst>
              <a:ext uri="{FF2B5EF4-FFF2-40B4-BE49-F238E27FC236}">
                <a16:creationId xmlns:a16="http://schemas.microsoft.com/office/drawing/2014/main" id="{0C9CC994-E5B5-4432-876F-FDC442F877B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31747" name="Slide Number Placeholder 4">
            <a:extLst>
              <a:ext uri="{FF2B5EF4-FFF2-40B4-BE49-F238E27FC236}">
                <a16:creationId xmlns:a16="http://schemas.microsoft.com/office/drawing/2014/main" id="{51968B19-00A2-4EF9-B865-BE904C6C2E2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3431A383-D945-4981-BC55-6E7C56478695}" type="slidenum">
              <a:rPr lang="en-US" altLang="en-US" sz="1400" smtClean="0">
                <a:solidFill>
                  <a:schemeClr val="tx1"/>
                </a:solidFill>
                <a:latin typeface="Arial" panose="020B0604020202020204" pitchFamily="34" charset="0"/>
              </a:rPr>
              <a:pPr>
                <a:spcBef>
                  <a:spcPct val="0"/>
                </a:spcBef>
                <a:buFontTx/>
                <a:buNone/>
              </a:pPr>
              <a:t>13</a:t>
            </a:fld>
            <a:endParaRPr lang="en-US" altLang="en-US" sz="1400">
              <a:solidFill>
                <a:schemeClr val="tx1"/>
              </a:solidFill>
              <a:latin typeface="Arial" panose="020B0604020202020204" pitchFamily="34" charset="0"/>
            </a:endParaRPr>
          </a:p>
        </p:txBody>
      </p:sp>
      <p:sp>
        <p:nvSpPr>
          <p:cNvPr id="31748" name="Rectangle 2">
            <a:extLst>
              <a:ext uri="{FF2B5EF4-FFF2-40B4-BE49-F238E27FC236}">
                <a16:creationId xmlns:a16="http://schemas.microsoft.com/office/drawing/2014/main" id="{B5FBB107-EAD5-4390-B6C5-7507E24B840B}"/>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Control Structures</a:t>
            </a:r>
          </a:p>
        </p:txBody>
      </p:sp>
      <p:sp>
        <p:nvSpPr>
          <p:cNvPr id="23557" name="Rectangle 3">
            <a:extLst>
              <a:ext uri="{FF2B5EF4-FFF2-40B4-BE49-F238E27FC236}">
                <a16:creationId xmlns:a16="http://schemas.microsoft.com/office/drawing/2014/main" id="{713FD7EE-D7B6-4786-AFBD-726F87B4C2DC}"/>
              </a:ext>
            </a:extLst>
          </p:cNvPr>
          <p:cNvSpPr>
            <a:spLocks noGrp="1" noChangeArrowheads="1"/>
          </p:cNvSpPr>
          <p:nvPr>
            <p:ph type="body" idx="1"/>
          </p:nvPr>
        </p:nvSpPr>
        <p:spPr/>
        <p:txBody>
          <a:bodyPr/>
          <a:lstStyle/>
          <a:p>
            <a:pPr marL="0" indent="0" eaLnBrk="1" hangingPunct="1">
              <a:buFontTx/>
              <a:buNone/>
              <a:defRPr/>
            </a:pPr>
            <a:r>
              <a:rPr lang="en-US" dirty="0"/>
              <a:t>All computer programs are written using one or more of three basic </a:t>
            </a:r>
            <a:r>
              <a:rPr lang="en-US" b="1" dirty="0"/>
              <a:t>control structures</a:t>
            </a:r>
            <a:r>
              <a:rPr lang="en-US" dirty="0"/>
              <a:t>: </a:t>
            </a:r>
            <a:r>
              <a:rPr lang="en-US" b="1" dirty="0"/>
              <a:t>sequence</a:t>
            </a:r>
            <a:r>
              <a:rPr lang="en-US" dirty="0"/>
              <a:t>, </a:t>
            </a:r>
            <a:r>
              <a:rPr lang="en-US" b="1" dirty="0"/>
              <a:t>repetition</a:t>
            </a:r>
            <a:r>
              <a:rPr lang="en-US" dirty="0"/>
              <a:t>, and </a:t>
            </a:r>
            <a:r>
              <a:rPr lang="en-US" b="1" dirty="0"/>
              <a:t>selection</a:t>
            </a:r>
            <a:r>
              <a:rPr lang="en-US" dirty="0"/>
              <a:t>.  Another term used for control structures are </a:t>
            </a:r>
            <a:r>
              <a:rPr lang="en-US" b="1" dirty="0"/>
              <a:t>logic structures</a:t>
            </a:r>
            <a:r>
              <a:rPr lang="en-US" dirty="0"/>
              <a:t>, because they control the logic flow of the program.  </a:t>
            </a:r>
            <a:br>
              <a:rPr lang="en-US" dirty="0"/>
            </a:br>
            <a:br>
              <a:rPr lang="en-US" dirty="0"/>
            </a:br>
            <a:r>
              <a:rPr lang="en-US" dirty="0"/>
              <a:t>While in every program that is written the sequence structure will be used, in most all programs all three control structures will be used.</a:t>
            </a:r>
          </a:p>
          <a:p>
            <a:pPr eaLnBrk="1" hangingPunct="1">
              <a:buFontTx/>
              <a:buNone/>
              <a:defRPr/>
            </a:pPr>
            <a:endParaRPr lang="en-US"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C578064C-40C1-4ACC-A6EF-A1DE06CBD28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33795" name="Slide Number Placeholder 4">
            <a:extLst>
              <a:ext uri="{FF2B5EF4-FFF2-40B4-BE49-F238E27FC236}">
                <a16:creationId xmlns:a16="http://schemas.microsoft.com/office/drawing/2014/main" id="{0BACE499-1849-42ED-92F9-FAB3EAF8405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432066BB-B1D5-41E4-8D10-D6FDA39ED6D9}" type="slidenum">
              <a:rPr lang="en-US" altLang="en-US" sz="1400" smtClean="0">
                <a:solidFill>
                  <a:schemeClr val="tx1"/>
                </a:solidFill>
                <a:latin typeface="Arial" panose="020B0604020202020204" pitchFamily="34" charset="0"/>
              </a:rPr>
              <a:pPr>
                <a:spcBef>
                  <a:spcPct val="0"/>
                </a:spcBef>
                <a:buFontTx/>
                <a:buNone/>
              </a:pPr>
              <a:t>14</a:t>
            </a:fld>
            <a:endParaRPr lang="en-US" altLang="en-US" sz="1400">
              <a:solidFill>
                <a:schemeClr val="tx1"/>
              </a:solidFill>
              <a:latin typeface="Arial" panose="020B0604020202020204" pitchFamily="34" charset="0"/>
            </a:endParaRPr>
          </a:p>
        </p:txBody>
      </p:sp>
      <p:sp>
        <p:nvSpPr>
          <p:cNvPr id="33796" name="Rectangle 2">
            <a:extLst>
              <a:ext uri="{FF2B5EF4-FFF2-40B4-BE49-F238E27FC236}">
                <a16:creationId xmlns:a16="http://schemas.microsoft.com/office/drawing/2014/main" id="{C1778DAD-A90C-4149-9C7B-77044CE93EF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The Sequence Structure</a:t>
            </a:r>
          </a:p>
        </p:txBody>
      </p:sp>
      <p:sp>
        <p:nvSpPr>
          <p:cNvPr id="33797" name="Rectangle 3">
            <a:extLst>
              <a:ext uri="{FF2B5EF4-FFF2-40B4-BE49-F238E27FC236}">
                <a16:creationId xmlns:a16="http://schemas.microsoft.com/office/drawing/2014/main" id="{A77A23E3-121E-4271-B86D-8DE0DD5AB15C}"/>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The </a:t>
            </a:r>
            <a:r>
              <a:rPr lang="en-US" altLang="en-US" b="1">
                <a:ea typeface="ＭＳ Ｐゴシック" panose="020B0600070205080204" pitchFamily="34" charset="-128"/>
              </a:rPr>
              <a:t>sequence structure </a:t>
            </a:r>
            <a:r>
              <a:rPr lang="en-US" altLang="en-US">
                <a:ea typeface="ＭＳ Ｐゴシック" panose="020B0600070205080204" pitchFamily="34" charset="-128"/>
              </a:rPr>
              <a:t>directs the computer to process the program instructions, one after another, in the order in which they are listed in the program</a:t>
            </a:r>
          </a:p>
          <a:p>
            <a:pPr eaLnBrk="1" hangingPunct="1"/>
            <a:r>
              <a:rPr lang="en-US" altLang="en-US">
                <a:ea typeface="ＭＳ Ｐゴシック" panose="020B0600070205080204" pitchFamily="34" charset="-128"/>
              </a:rPr>
              <a:t>An </a:t>
            </a:r>
            <a:r>
              <a:rPr lang="en-US" altLang="en-US" b="1">
                <a:ea typeface="ＭＳ Ｐゴシック" panose="020B0600070205080204" pitchFamily="34" charset="-128"/>
              </a:rPr>
              <a:t>algorithm </a:t>
            </a:r>
            <a:r>
              <a:rPr lang="en-US" altLang="en-US">
                <a:ea typeface="ＭＳ Ｐゴシック" panose="020B0600070205080204" pitchFamily="34" charset="-128"/>
              </a:rPr>
              <a:t>is a finite number of step-by-step instructions that accomplish a task</a:t>
            </a:r>
          </a:p>
          <a:p>
            <a:pPr eaLnBrk="1" hangingPunct="1"/>
            <a:r>
              <a:rPr lang="en-US" altLang="en-US">
                <a:ea typeface="ＭＳ Ｐゴシック" panose="020B0600070205080204" pitchFamily="34" charset="-128"/>
              </a:rPr>
              <a:t>Example: steps to pump gas at a self-service pump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42479687-7331-4C2D-A02B-947ECE845BDA}"/>
              </a:ext>
            </a:extLst>
          </p:cNvPr>
          <p:cNvSpPr>
            <a:spLocks noGrp="1"/>
          </p:cNvSpPr>
          <p:nvPr>
            <p:ph type="title"/>
          </p:nvPr>
        </p:nvSpPr>
        <p:spPr/>
        <p:txBody>
          <a:bodyPr/>
          <a:lstStyle/>
          <a:p>
            <a:pPr eaLnBrk="1" hangingPunct="1"/>
            <a:r>
              <a:rPr lang="en-US" altLang="en-US">
                <a:ea typeface="ＭＳ Ｐゴシック" panose="020B0600070205080204" pitchFamily="34" charset="-128"/>
              </a:rPr>
              <a:t>The Sequence Structure (cont.)</a:t>
            </a:r>
          </a:p>
        </p:txBody>
      </p:sp>
      <p:sp>
        <p:nvSpPr>
          <p:cNvPr id="35843" name="Footer Placeholder 3">
            <a:extLst>
              <a:ext uri="{FF2B5EF4-FFF2-40B4-BE49-F238E27FC236}">
                <a16:creationId xmlns:a16="http://schemas.microsoft.com/office/drawing/2014/main" id="{04BAEED8-BFAF-419B-8B00-578F37B4F77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35844" name="Slide Number Placeholder 4">
            <a:extLst>
              <a:ext uri="{FF2B5EF4-FFF2-40B4-BE49-F238E27FC236}">
                <a16:creationId xmlns:a16="http://schemas.microsoft.com/office/drawing/2014/main" id="{A302B591-A314-4598-9B08-918F5AE14B3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F951356B-D3C2-4308-BED0-52760D77B21F}" type="slidenum">
              <a:rPr lang="en-US" altLang="en-US" sz="1400" smtClean="0">
                <a:solidFill>
                  <a:schemeClr val="tx1"/>
                </a:solidFill>
                <a:latin typeface="Arial" panose="020B0604020202020204" pitchFamily="34" charset="0"/>
              </a:rPr>
              <a:pPr>
                <a:spcBef>
                  <a:spcPct val="0"/>
                </a:spcBef>
                <a:buFontTx/>
                <a:buNone/>
              </a:pPr>
              <a:t>15</a:t>
            </a:fld>
            <a:endParaRPr lang="en-US" altLang="en-US" sz="1400">
              <a:solidFill>
                <a:schemeClr val="tx1"/>
              </a:solidFill>
              <a:latin typeface="Arial" panose="020B0604020202020204" pitchFamily="34" charset="0"/>
            </a:endParaRPr>
          </a:p>
        </p:txBody>
      </p:sp>
      <p:sp>
        <p:nvSpPr>
          <p:cNvPr id="35845" name="Rectangle 7">
            <a:extLst>
              <a:ext uri="{FF2B5EF4-FFF2-40B4-BE49-F238E27FC236}">
                <a16:creationId xmlns:a16="http://schemas.microsoft.com/office/drawing/2014/main" id="{4655C870-B6F2-4827-BE3B-B5429C0CC609}"/>
              </a:ext>
            </a:extLst>
          </p:cNvPr>
          <p:cNvSpPr>
            <a:spLocks noChangeArrowheads="1"/>
          </p:cNvSpPr>
          <p:nvPr/>
        </p:nvSpPr>
        <p:spPr bwMode="auto">
          <a:xfrm>
            <a:off x="2057400" y="5562600"/>
            <a:ext cx="518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r>
              <a:rPr lang="en-US" altLang="en-US" sz="1800">
                <a:solidFill>
                  <a:schemeClr val="tx1"/>
                </a:solidFill>
                <a:latin typeface="Arial" panose="020B0604020202020204" pitchFamily="34" charset="0"/>
                <a:cs typeface="Arial" panose="020B0604020202020204" pitchFamily="34" charset="0"/>
              </a:rPr>
              <a:t>Figure 1-1 An example of the sequence structure</a:t>
            </a:r>
          </a:p>
        </p:txBody>
      </p:sp>
      <p:pic>
        <p:nvPicPr>
          <p:cNvPr id="35846" name="Picture 7" descr="sequence">
            <a:extLst>
              <a:ext uri="{FF2B5EF4-FFF2-40B4-BE49-F238E27FC236}">
                <a16:creationId xmlns:a16="http://schemas.microsoft.com/office/drawing/2014/main" id="{DB9F7036-8FB4-4B43-985F-15516163E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371600"/>
            <a:ext cx="50292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a:extLst>
              <a:ext uri="{FF2B5EF4-FFF2-40B4-BE49-F238E27FC236}">
                <a16:creationId xmlns:a16="http://schemas.microsoft.com/office/drawing/2014/main" id="{3AEEE7AC-8686-4E8F-A734-0C68656B97B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37891" name="Slide Number Placeholder 4">
            <a:extLst>
              <a:ext uri="{FF2B5EF4-FFF2-40B4-BE49-F238E27FC236}">
                <a16:creationId xmlns:a16="http://schemas.microsoft.com/office/drawing/2014/main" id="{CED67257-69E8-478F-A04B-06A59B66AD3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3F127ECC-8297-49C5-8A70-D519DED41B04}" type="slidenum">
              <a:rPr lang="en-US" altLang="en-US" sz="1400" smtClean="0">
                <a:solidFill>
                  <a:schemeClr val="tx1"/>
                </a:solidFill>
                <a:latin typeface="Arial" panose="020B0604020202020204" pitchFamily="34" charset="0"/>
              </a:rPr>
              <a:pPr>
                <a:spcBef>
                  <a:spcPct val="0"/>
                </a:spcBef>
                <a:buFontTx/>
                <a:buNone/>
              </a:pPr>
              <a:t>16</a:t>
            </a:fld>
            <a:endParaRPr lang="en-US" altLang="en-US" sz="1400">
              <a:solidFill>
                <a:schemeClr val="tx1"/>
              </a:solidFill>
              <a:latin typeface="Arial" panose="020B0604020202020204" pitchFamily="34" charset="0"/>
            </a:endParaRPr>
          </a:p>
        </p:txBody>
      </p:sp>
      <p:sp>
        <p:nvSpPr>
          <p:cNvPr id="37892" name="Rectangle 2">
            <a:extLst>
              <a:ext uri="{FF2B5EF4-FFF2-40B4-BE49-F238E27FC236}">
                <a16:creationId xmlns:a16="http://schemas.microsoft.com/office/drawing/2014/main" id="{9D126B10-E747-4F37-9EA2-2885FE11E8C7}"/>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The Selection Structure</a:t>
            </a:r>
          </a:p>
        </p:txBody>
      </p:sp>
      <p:sp>
        <p:nvSpPr>
          <p:cNvPr id="37893" name="Rectangle 3">
            <a:extLst>
              <a:ext uri="{FF2B5EF4-FFF2-40B4-BE49-F238E27FC236}">
                <a16:creationId xmlns:a16="http://schemas.microsoft.com/office/drawing/2014/main" id="{8FE69DD9-B79F-4213-BB81-E7E7AF2BF6ED}"/>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The </a:t>
            </a:r>
            <a:r>
              <a:rPr lang="en-US" altLang="en-US" b="1">
                <a:ea typeface="ＭＳ Ｐゴシック" panose="020B0600070205080204" pitchFamily="34" charset="-128"/>
              </a:rPr>
              <a:t>selection structure </a:t>
            </a:r>
            <a:r>
              <a:rPr lang="en-US" altLang="en-US">
                <a:ea typeface="ＭＳ Ｐゴシック" panose="020B0600070205080204" pitchFamily="34" charset="-128"/>
              </a:rPr>
              <a:t>directs the computer to make a decision (evaluate a condition), and then take an appropriate action based upon that decision</a:t>
            </a:r>
          </a:p>
          <a:p>
            <a:pPr eaLnBrk="1" hangingPunct="1"/>
            <a:r>
              <a:rPr lang="en-US" altLang="en-US">
                <a:ea typeface="ＭＳ Ｐゴシック" panose="020B0600070205080204" pitchFamily="34" charset="-128"/>
              </a:rPr>
              <a:t>The selection structure allows the programmer to evaluate data, therefore properly controlling the logic flow of the program</a:t>
            </a:r>
          </a:p>
          <a:p>
            <a:pPr eaLnBrk="1" hangingPunct="1"/>
            <a:r>
              <a:rPr lang="en-US" altLang="en-US">
                <a:ea typeface="ＭＳ Ｐゴシック" panose="020B0600070205080204" pitchFamily="34" charset="-128"/>
              </a:rPr>
              <a:t>Another name for the selection structure is the </a:t>
            </a:r>
            <a:r>
              <a:rPr lang="en-US" altLang="en-US" b="1">
                <a:ea typeface="ＭＳ Ｐゴシック" panose="020B0600070205080204" pitchFamily="34" charset="-128"/>
              </a:rPr>
              <a:t>decision structure</a:t>
            </a:r>
            <a:endParaRPr lang="en-US" altLang="en-US">
              <a:ea typeface="ＭＳ Ｐゴシック" panose="020B0600070205080204" pitchFamily="34" charset="-128"/>
            </a:endParaRPr>
          </a:p>
          <a:p>
            <a:pPr eaLnBrk="1" hangingPunct="1"/>
            <a:r>
              <a:rPr lang="en-US" altLang="en-US">
                <a:ea typeface="ＭＳ Ｐゴシック" panose="020B0600070205080204" pitchFamily="34" charset="-128"/>
              </a:rPr>
              <a:t>Example: stopping or going at a signal light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57A25C68-3966-4CD2-9845-0924D40A7AEC}"/>
              </a:ext>
            </a:extLst>
          </p:cNvPr>
          <p:cNvSpPr>
            <a:spLocks noGrp="1"/>
          </p:cNvSpPr>
          <p:nvPr>
            <p:ph type="title"/>
          </p:nvPr>
        </p:nvSpPr>
        <p:spPr/>
        <p:txBody>
          <a:bodyPr/>
          <a:lstStyle/>
          <a:p>
            <a:pPr eaLnBrk="1" hangingPunct="1"/>
            <a:r>
              <a:rPr lang="en-US" altLang="en-US">
                <a:ea typeface="ＭＳ Ｐゴシック" panose="020B0600070205080204" pitchFamily="34" charset="-128"/>
              </a:rPr>
              <a:t>The Selection Structure (cont.)</a:t>
            </a:r>
          </a:p>
        </p:txBody>
      </p:sp>
      <p:sp>
        <p:nvSpPr>
          <p:cNvPr id="39939" name="Footer Placeholder 3">
            <a:extLst>
              <a:ext uri="{FF2B5EF4-FFF2-40B4-BE49-F238E27FC236}">
                <a16:creationId xmlns:a16="http://schemas.microsoft.com/office/drawing/2014/main" id="{01552F89-DACB-44B8-9CC0-C7DA6AD7A81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39940" name="Slide Number Placeholder 4">
            <a:extLst>
              <a:ext uri="{FF2B5EF4-FFF2-40B4-BE49-F238E27FC236}">
                <a16:creationId xmlns:a16="http://schemas.microsoft.com/office/drawing/2014/main" id="{884DCEEC-F56A-477B-A31D-A9775CE4F3F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0727A8CB-635F-4B01-840C-75F314406314}" type="slidenum">
              <a:rPr lang="en-US" altLang="en-US" sz="1400" smtClean="0">
                <a:solidFill>
                  <a:schemeClr val="tx1"/>
                </a:solidFill>
                <a:latin typeface="Arial" panose="020B0604020202020204" pitchFamily="34" charset="0"/>
              </a:rPr>
              <a:pPr>
                <a:spcBef>
                  <a:spcPct val="0"/>
                </a:spcBef>
                <a:buFontTx/>
                <a:buNone/>
              </a:pPr>
              <a:t>17</a:t>
            </a:fld>
            <a:endParaRPr lang="en-US" altLang="en-US" sz="1400">
              <a:solidFill>
                <a:schemeClr val="tx1"/>
              </a:solidFill>
              <a:latin typeface="Arial" panose="020B0604020202020204" pitchFamily="34" charset="0"/>
            </a:endParaRPr>
          </a:p>
        </p:txBody>
      </p:sp>
      <p:sp>
        <p:nvSpPr>
          <p:cNvPr id="39941" name="Rectangle 7">
            <a:extLst>
              <a:ext uri="{FF2B5EF4-FFF2-40B4-BE49-F238E27FC236}">
                <a16:creationId xmlns:a16="http://schemas.microsoft.com/office/drawing/2014/main" id="{540D0E4A-29B8-4C16-9173-CFCA89CE1CA2}"/>
              </a:ext>
            </a:extLst>
          </p:cNvPr>
          <p:cNvSpPr>
            <a:spLocks noChangeArrowheads="1"/>
          </p:cNvSpPr>
          <p:nvPr/>
        </p:nvSpPr>
        <p:spPr bwMode="auto">
          <a:xfrm>
            <a:off x="0" y="5486400"/>
            <a:ext cx="914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cs typeface="Arial" panose="020B0604020202020204" pitchFamily="34" charset="0"/>
              </a:rPr>
              <a:t>Figure 1-2 An example of the selection structure</a:t>
            </a:r>
          </a:p>
        </p:txBody>
      </p:sp>
      <p:pic>
        <p:nvPicPr>
          <p:cNvPr id="39942" name="Picture 8" descr="car at train crossing">
            <a:extLst>
              <a:ext uri="{FF2B5EF4-FFF2-40B4-BE49-F238E27FC236}">
                <a16:creationId xmlns:a16="http://schemas.microsoft.com/office/drawing/2014/main" id="{F1D2564E-0664-4235-94F5-488EF693EC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19200"/>
            <a:ext cx="59436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2">
            <a:extLst>
              <a:ext uri="{FF2B5EF4-FFF2-40B4-BE49-F238E27FC236}">
                <a16:creationId xmlns:a16="http://schemas.microsoft.com/office/drawing/2014/main" id="{2B9EB95C-2F30-499E-BCE0-EB26775CD12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41987" name="Slide Number Placeholder 3">
            <a:extLst>
              <a:ext uri="{FF2B5EF4-FFF2-40B4-BE49-F238E27FC236}">
                <a16:creationId xmlns:a16="http://schemas.microsoft.com/office/drawing/2014/main" id="{E963EE55-6D86-48A0-A3BB-5ABA67F8682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BBAB10E8-5566-4681-BE23-6DDD4EA60304}" type="slidenum">
              <a:rPr lang="en-US" altLang="en-US" sz="1400" smtClean="0">
                <a:solidFill>
                  <a:srgbClr val="16489A"/>
                </a:solidFill>
                <a:latin typeface="Arial" panose="020B0604020202020204" pitchFamily="34" charset="0"/>
              </a:rPr>
              <a:pPr>
                <a:spcBef>
                  <a:spcPct val="0"/>
                </a:spcBef>
                <a:buFontTx/>
                <a:buNone/>
              </a:pPr>
              <a:t>18</a:t>
            </a:fld>
            <a:endParaRPr lang="en-US" altLang="en-US" sz="1400">
              <a:solidFill>
                <a:srgbClr val="16489A"/>
              </a:solidFill>
              <a:latin typeface="Arial" panose="020B0604020202020204" pitchFamily="34" charset="0"/>
            </a:endParaRPr>
          </a:p>
        </p:txBody>
      </p:sp>
      <p:sp>
        <p:nvSpPr>
          <p:cNvPr id="41988" name="Rectangle 4">
            <a:extLst>
              <a:ext uri="{FF2B5EF4-FFF2-40B4-BE49-F238E27FC236}">
                <a16:creationId xmlns:a16="http://schemas.microsoft.com/office/drawing/2014/main" id="{B6AC550E-A9D7-4D89-BE7C-0AC0802BF6A5}"/>
              </a:ext>
            </a:extLst>
          </p:cNvPr>
          <p:cNvSpPr>
            <a:spLocks noGrp="1" noChangeArrowheads="1"/>
          </p:cNvSpPr>
          <p:nvPr>
            <p:ph type="title" idx="4294967295"/>
          </p:nvPr>
        </p:nvSpPr>
        <p:spPr>
          <a:xfrm>
            <a:off x="609600" y="152400"/>
            <a:ext cx="8077200" cy="1143000"/>
          </a:xfrm>
          <a:prstGeom prst="roundRect">
            <a:avLst>
              <a:gd name="adj" fmla="val 16667"/>
            </a:avLst>
          </a:prstGeom>
        </p:spPr>
        <p:txBody>
          <a:bodyPr/>
          <a:lstStyle/>
          <a:p>
            <a:pPr eaLnBrk="1" hangingPunct="1"/>
            <a:r>
              <a:rPr lang="en-US" altLang="en-US" dirty="0">
                <a:solidFill>
                  <a:schemeClr val="tx1"/>
                </a:solidFill>
                <a:ea typeface="ＭＳ Ｐゴシック" panose="020B0600070205080204" pitchFamily="34" charset="-128"/>
              </a:rPr>
              <a:t>The Selection Structure (more)</a:t>
            </a:r>
          </a:p>
        </p:txBody>
      </p:sp>
      <p:sp>
        <p:nvSpPr>
          <p:cNvPr id="41989" name="Rectangle 6">
            <a:extLst>
              <a:ext uri="{FF2B5EF4-FFF2-40B4-BE49-F238E27FC236}">
                <a16:creationId xmlns:a16="http://schemas.microsoft.com/office/drawing/2014/main" id="{F9DC58EB-B0E2-4355-92C6-5A1D393B05B9}"/>
              </a:ext>
            </a:extLst>
          </p:cNvPr>
          <p:cNvSpPr>
            <a:spLocks noChangeArrowheads="1"/>
          </p:cNvSpPr>
          <p:nvPr/>
        </p:nvSpPr>
        <p:spPr bwMode="auto">
          <a:xfrm>
            <a:off x="0" y="5791200"/>
            <a:ext cx="914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cs typeface="Arial" panose="020B0604020202020204" pitchFamily="34" charset="0"/>
              </a:rPr>
              <a:t>Figure 1-3 Another example of the selection structure</a:t>
            </a:r>
          </a:p>
        </p:txBody>
      </p:sp>
      <p:pic>
        <p:nvPicPr>
          <p:cNvPr id="41990" name="Picture 7" descr="selection">
            <a:extLst>
              <a:ext uri="{FF2B5EF4-FFF2-40B4-BE49-F238E27FC236}">
                <a16:creationId xmlns:a16="http://schemas.microsoft.com/office/drawing/2014/main" id="{53A708FE-6E7F-464F-BBAA-45C332CC09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524000"/>
            <a:ext cx="6705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a:extLst>
              <a:ext uri="{FF2B5EF4-FFF2-40B4-BE49-F238E27FC236}">
                <a16:creationId xmlns:a16="http://schemas.microsoft.com/office/drawing/2014/main" id="{025FAECA-09FA-4A6B-AA2F-DDB9DFF2C2C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44035" name="Slide Number Placeholder 4">
            <a:extLst>
              <a:ext uri="{FF2B5EF4-FFF2-40B4-BE49-F238E27FC236}">
                <a16:creationId xmlns:a16="http://schemas.microsoft.com/office/drawing/2014/main" id="{22B95EFE-5D75-4601-9A1A-F997F7402A0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626A7D6F-8EED-4333-ABCB-3C3341223872}" type="slidenum">
              <a:rPr lang="en-US" altLang="en-US" sz="1400" smtClean="0">
                <a:solidFill>
                  <a:schemeClr val="tx1"/>
                </a:solidFill>
                <a:latin typeface="Arial" panose="020B0604020202020204" pitchFamily="34" charset="0"/>
              </a:rPr>
              <a:pPr>
                <a:spcBef>
                  <a:spcPct val="0"/>
                </a:spcBef>
                <a:buFontTx/>
                <a:buNone/>
              </a:pPr>
              <a:t>19</a:t>
            </a:fld>
            <a:endParaRPr lang="en-US" altLang="en-US" sz="1400">
              <a:solidFill>
                <a:schemeClr val="tx1"/>
              </a:solidFill>
              <a:latin typeface="Arial" panose="020B0604020202020204" pitchFamily="34" charset="0"/>
            </a:endParaRPr>
          </a:p>
        </p:txBody>
      </p:sp>
      <p:sp>
        <p:nvSpPr>
          <p:cNvPr id="44036" name="Rectangle 2">
            <a:extLst>
              <a:ext uri="{FF2B5EF4-FFF2-40B4-BE49-F238E27FC236}">
                <a16:creationId xmlns:a16="http://schemas.microsoft.com/office/drawing/2014/main" id="{17C389D0-1331-486F-BD9A-CBFF7EB6CBE7}"/>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The Repetition Structure</a:t>
            </a:r>
          </a:p>
        </p:txBody>
      </p:sp>
      <p:sp>
        <p:nvSpPr>
          <p:cNvPr id="44037" name="Rectangle 3">
            <a:extLst>
              <a:ext uri="{FF2B5EF4-FFF2-40B4-BE49-F238E27FC236}">
                <a16:creationId xmlns:a16="http://schemas.microsoft.com/office/drawing/2014/main" id="{792C6026-4261-4286-864D-186425156880}"/>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The </a:t>
            </a:r>
            <a:r>
              <a:rPr lang="en-US" altLang="en-US" b="1">
                <a:ea typeface="ＭＳ Ｐゴシック" panose="020B0600070205080204" pitchFamily="34" charset="-128"/>
              </a:rPr>
              <a:t>repetition structure</a:t>
            </a:r>
            <a:r>
              <a:rPr lang="en-US" altLang="en-US">
                <a:ea typeface="ＭＳ Ｐゴシック" panose="020B0600070205080204" pitchFamily="34" charset="-128"/>
              </a:rPr>
              <a:t>, commonly called </a:t>
            </a:r>
            <a:r>
              <a:rPr lang="en-US" altLang="en-US" b="1">
                <a:ea typeface="ＭＳ Ｐゴシック" panose="020B0600070205080204" pitchFamily="34" charset="-128"/>
              </a:rPr>
              <a:t>iteration</a:t>
            </a:r>
            <a:r>
              <a:rPr lang="en-US" altLang="en-US">
                <a:ea typeface="ＭＳ Ｐゴシック" panose="020B0600070205080204" pitchFamily="34" charset="-128"/>
              </a:rPr>
              <a:t> or </a:t>
            </a:r>
            <a:r>
              <a:rPr lang="en-US" altLang="en-US" b="1">
                <a:ea typeface="ＭＳ Ｐゴシック" panose="020B0600070205080204" pitchFamily="34" charset="-128"/>
              </a:rPr>
              <a:t>looping</a:t>
            </a:r>
            <a:r>
              <a:rPr lang="en-US" altLang="en-US">
                <a:ea typeface="ＭＳ Ｐゴシック" panose="020B0600070205080204" pitchFamily="34" charset="-128"/>
              </a:rPr>
              <a:t>, directs the computer to repeat one or more program instructions until some condition is met </a:t>
            </a:r>
          </a:p>
          <a:p>
            <a:pPr eaLnBrk="1" hangingPunct="1"/>
            <a:r>
              <a:rPr lang="en-US" altLang="en-US">
                <a:ea typeface="ＭＳ Ｐゴシック" panose="020B0600070205080204" pitchFamily="34" charset="-128"/>
              </a:rPr>
              <a:t>This condition may be checked at the beginning or end of the set of instructions to be processed dependent upon the language being used</a:t>
            </a:r>
          </a:p>
          <a:p>
            <a:pPr eaLnBrk="1" hangingPunct="1"/>
            <a:r>
              <a:rPr lang="en-US" altLang="en-US">
                <a:ea typeface="ＭＳ Ｐゴシック" panose="020B0600070205080204" pitchFamily="34" charset="-128"/>
              </a:rPr>
              <a:t>The repetition structure allows the programmer to repeatedly process a set of instructions, while only typing them in once</a:t>
            </a: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6AF4E1EC-57E6-4918-8AC6-FAAA15065D4B}"/>
              </a:ext>
            </a:extLst>
          </p:cNvPr>
          <p:cNvSpPr>
            <a:spLocks noGrp="1"/>
          </p:cNvSpPr>
          <p:nvPr>
            <p:ph type="title"/>
          </p:nvPr>
        </p:nvSpPr>
        <p:spPr/>
        <p:txBody>
          <a:bodyPr/>
          <a:lstStyle/>
          <a:p>
            <a:pPr eaLnBrk="1" hangingPunct="1"/>
            <a:r>
              <a:rPr lang="en-US" altLang="en-US">
                <a:ea typeface="ＭＳ Ｐゴシック" panose="020B0600070205080204" pitchFamily="34" charset="-128"/>
              </a:rPr>
              <a:t>The Repetition Structure (cont.)</a:t>
            </a:r>
          </a:p>
        </p:txBody>
      </p:sp>
      <p:sp>
        <p:nvSpPr>
          <p:cNvPr id="46083" name="Footer Placeholder 3">
            <a:extLst>
              <a:ext uri="{FF2B5EF4-FFF2-40B4-BE49-F238E27FC236}">
                <a16:creationId xmlns:a16="http://schemas.microsoft.com/office/drawing/2014/main" id="{E0124D79-8C7B-4025-8485-037D9D2AA86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46084" name="Slide Number Placeholder 4">
            <a:extLst>
              <a:ext uri="{FF2B5EF4-FFF2-40B4-BE49-F238E27FC236}">
                <a16:creationId xmlns:a16="http://schemas.microsoft.com/office/drawing/2014/main" id="{C06A2198-ADFE-44C3-B8F8-E8384519D1B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F88120FF-9D66-4C8E-9A3E-1DE85C605CBA}" type="slidenum">
              <a:rPr lang="en-US" altLang="en-US" sz="1400" smtClean="0">
                <a:solidFill>
                  <a:schemeClr val="tx1"/>
                </a:solidFill>
                <a:latin typeface="Arial" panose="020B0604020202020204" pitchFamily="34" charset="0"/>
              </a:rPr>
              <a:pPr>
                <a:spcBef>
                  <a:spcPct val="0"/>
                </a:spcBef>
                <a:buFontTx/>
                <a:buNone/>
              </a:pPr>
              <a:t>20</a:t>
            </a:fld>
            <a:endParaRPr lang="en-US" altLang="en-US" sz="1400">
              <a:solidFill>
                <a:schemeClr val="tx1"/>
              </a:solidFill>
              <a:latin typeface="Arial" panose="020B0604020202020204" pitchFamily="34" charset="0"/>
            </a:endParaRPr>
          </a:p>
        </p:txBody>
      </p:sp>
      <p:sp>
        <p:nvSpPr>
          <p:cNvPr id="46085" name="Rectangle 7">
            <a:extLst>
              <a:ext uri="{FF2B5EF4-FFF2-40B4-BE49-F238E27FC236}">
                <a16:creationId xmlns:a16="http://schemas.microsoft.com/office/drawing/2014/main" id="{3DB17E9A-4242-4C4E-948D-EEA50E8951CF}"/>
              </a:ext>
            </a:extLst>
          </p:cNvPr>
          <p:cNvSpPr>
            <a:spLocks noChangeArrowheads="1"/>
          </p:cNvSpPr>
          <p:nvPr/>
        </p:nvSpPr>
        <p:spPr bwMode="auto">
          <a:xfrm>
            <a:off x="0" y="52578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1800">
                <a:solidFill>
                  <a:schemeClr val="tx1"/>
                </a:solidFill>
                <a:latin typeface="Arial" panose="020B0604020202020204" pitchFamily="34" charset="0"/>
                <a:cs typeface="Arial" panose="020B0604020202020204" pitchFamily="34" charset="0"/>
              </a:rPr>
              <a:t>Original algorithm and modified algorithm</a:t>
            </a:r>
          </a:p>
          <a:p>
            <a:pPr algn="ctr" eaLnBrk="1" hangingPunct="1">
              <a:spcBef>
                <a:spcPct val="0"/>
              </a:spcBef>
              <a:buFontTx/>
              <a:buNone/>
            </a:pPr>
            <a:r>
              <a:rPr lang="en-US" altLang="en-US" sz="1800">
                <a:solidFill>
                  <a:schemeClr val="tx1"/>
                </a:solidFill>
                <a:latin typeface="Arial" panose="020B0604020202020204" pitchFamily="34" charset="0"/>
                <a:cs typeface="Arial" panose="020B0604020202020204" pitchFamily="34" charset="0"/>
              </a:rPr>
              <a:t>showing the repetition structure</a:t>
            </a:r>
          </a:p>
        </p:txBody>
      </p:sp>
      <p:pic>
        <p:nvPicPr>
          <p:cNvPr id="46086" name="Picture 7" descr="reptition">
            <a:extLst>
              <a:ext uri="{FF2B5EF4-FFF2-40B4-BE49-F238E27FC236}">
                <a16:creationId xmlns:a16="http://schemas.microsoft.com/office/drawing/2014/main" id="{68D3481E-E67B-4281-A643-0820C59911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752600"/>
            <a:ext cx="6324600"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80AD99B-2FF1-4603-8B7D-F108C104D626}"/>
              </a:ext>
            </a:extLst>
          </p:cNvPr>
          <p:cNvSpPr>
            <a:spLocks noGrp="1" noChangeArrowheads="1"/>
          </p:cNvSpPr>
          <p:nvPr>
            <p:ph type="title"/>
          </p:nvPr>
        </p:nvSpPr>
        <p:spPr/>
        <p:txBody>
          <a:bodyPr/>
          <a:lstStyle/>
          <a:p>
            <a:r>
              <a:rPr lang="en-US" altLang="en-US">
                <a:ea typeface="ＭＳ Ｐゴシック" panose="020B0600070205080204" pitchFamily="34" charset="-128"/>
              </a:rPr>
              <a:t>Summary</a:t>
            </a:r>
          </a:p>
        </p:txBody>
      </p:sp>
      <p:sp>
        <p:nvSpPr>
          <p:cNvPr id="48131" name="Rectangle 3">
            <a:extLst>
              <a:ext uri="{FF2B5EF4-FFF2-40B4-BE49-F238E27FC236}">
                <a16:creationId xmlns:a16="http://schemas.microsoft.com/office/drawing/2014/main" id="{DCF3313D-5F61-4AFD-B7AC-02C8AE55F4FF}"/>
              </a:ext>
            </a:extLst>
          </p:cNvPr>
          <p:cNvSpPr>
            <a:spLocks noGrp="1" noChangeArrowheads="1"/>
          </p:cNvSpPr>
          <p:nvPr>
            <p:ph type="body" idx="1"/>
          </p:nvPr>
        </p:nvSpPr>
        <p:spPr/>
        <p:txBody>
          <a:bodyPr/>
          <a:lstStyle/>
          <a:p>
            <a:r>
              <a:rPr lang="en-US" altLang="en-US">
                <a:ea typeface="ＭＳ Ｐゴシック" panose="020B0600070205080204" pitchFamily="34" charset="-128"/>
              </a:rPr>
              <a:t>Programs are step-by-step instructions that tell a computer how to perform a task</a:t>
            </a:r>
          </a:p>
          <a:p>
            <a:r>
              <a:rPr lang="en-US" altLang="en-US">
                <a:ea typeface="ＭＳ Ｐゴシック" panose="020B0600070205080204" pitchFamily="34" charset="-128"/>
              </a:rPr>
              <a:t>Programmers use programming languages to communicate with the computer</a:t>
            </a:r>
          </a:p>
          <a:p>
            <a:r>
              <a:rPr lang="en-US" altLang="en-US">
                <a:ea typeface="ＭＳ Ｐゴシック" panose="020B0600070205080204" pitchFamily="34" charset="-128"/>
              </a:rPr>
              <a:t>First programming languages were machine language using 0s and 1s</a:t>
            </a:r>
          </a:p>
          <a:p>
            <a:r>
              <a:rPr lang="en-US" altLang="en-US">
                <a:ea typeface="ＭＳ Ｐゴシック" panose="020B0600070205080204" pitchFamily="34" charset="-128"/>
              </a:rPr>
              <a:t>Assembly languages followed, using mnemonics</a:t>
            </a:r>
          </a:p>
          <a:p>
            <a:r>
              <a:rPr lang="en-US" altLang="en-US">
                <a:ea typeface="ＭＳ Ｐゴシック" panose="020B0600070205080204" pitchFamily="34" charset="-128"/>
              </a:rPr>
              <a:t>High-level languages can be used to created procedure-oriented or object-oriented programs</a:t>
            </a:r>
          </a:p>
        </p:txBody>
      </p:sp>
      <p:sp>
        <p:nvSpPr>
          <p:cNvPr id="48132" name="Footer Placeholder 3">
            <a:extLst>
              <a:ext uri="{FF2B5EF4-FFF2-40B4-BE49-F238E27FC236}">
                <a16:creationId xmlns:a16="http://schemas.microsoft.com/office/drawing/2014/main" id="{C4B6ACD2-CDFD-4649-80A5-426E0CB492E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48133" name="Slide Number Placeholder 4">
            <a:extLst>
              <a:ext uri="{FF2B5EF4-FFF2-40B4-BE49-F238E27FC236}">
                <a16:creationId xmlns:a16="http://schemas.microsoft.com/office/drawing/2014/main" id="{E677AC50-C2FB-4033-B849-0E7A357EE95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AB2C0529-D462-4D3E-B141-92AB4EA0FD38}" type="slidenum">
              <a:rPr lang="en-US" altLang="en-US" sz="1400" smtClean="0">
                <a:solidFill>
                  <a:schemeClr val="tx1"/>
                </a:solidFill>
                <a:latin typeface="Arial" panose="020B0604020202020204" pitchFamily="34" charset="0"/>
              </a:rPr>
              <a:pPr>
                <a:spcBef>
                  <a:spcPct val="0"/>
                </a:spcBef>
                <a:buFontTx/>
                <a:buNone/>
              </a:pPr>
              <a:t>21</a:t>
            </a:fld>
            <a:endParaRPr lang="en-US" altLang="en-US" sz="1400">
              <a:solidFill>
                <a:schemeClr val="tx1"/>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EDE13AD-76C3-4014-AFEA-40B6E4DF2AAB}"/>
              </a:ext>
            </a:extLst>
          </p:cNvPr>
          <p:cNvSpPr>
            <a:spLocks noGrp="1" noChangeArrowheads="1"/>
          </p:cNvSpPr>
          <p:nvPr>
            <p:ph type="title"/>
          </p:nvPr>
        </p:nvSpPr>
        <p:spPr/>
        <p:txBody>
          <a:bodyPr/>
          <a:lstStyle/>
          <a:p>
            <a:r>
              <a:rPr lang="en-US" altLang="en-US">
                <a:ea typeface="ＭＳ Ｐゴシック" panose="020B0600070205080204" pitchFamily="34" charset="-128"/>
              </a:rPr>
              <a:t>Summary (cont.)</a:t>
            </a:r>
          </a:p>
        </p:txBody>
      </p:sp>
      <p:sp>
        <p:nvSpPr>
          <p:cNvPr id="50179" name="Rectangle 3">
            <a:extLst>
              <a:ext uri="{FF2B5EF4-FFF2-40B4-BE49-F238E27FC236}">
                <a16:creationId xmlns:a16="http://schemas.microsoft.com/office/drawing/2014/main" id="{2A087A95-79DD-4BAE-88C2-8A8ABD810FE3}"/>
              </a:ext>
            </a:extLst>
          </p:cNvPr>
          <p:cNvSpPr>
            <a:spLocks noGrp="1" noChangeArrowheads="1"/>
          </p:cNvSpPr>
          <p:nvPr>
            <p:ph type="body" idx="1"/>
          </p:nvPr>
        </p:nvSpPr>
        <p:spPr/>
        <p:txBody>
          <a:bodyPr/>
          <a:lstStyle/>
          <a:p>
            <a:r>
              <a:rPr lang="en-US" altLang="en-US">
                <a:ea typeface="ＭＳ Ｐゴシック" panose="020B0600070205080204" pitchFamily="34" charset="-128"/>
              </a:rPr>
              <a:t>An algorithm is a finite number of step-by-step instructions that accomplish a task</a:t>
            </a:r>
          </a:p>
          <a:p>
            <a:r>
              <a:rPr lang="en-US" altLang="en-US">
                <a:ea typeface="ＭＳ Ｐゴシック" panose="020B0600070205080204" pitchFamily="34" charset="-128"/>
              </a:rPr>
              <a:t>Algorithms utilize three basic control structures: sequence, selection, and repetition</a:t>
            </a:r>
          </a:p>
          <a:p>
            <a:r>
              <a:rPr lang="en-US" altLang="en-US">
                <a:ea typeface="ＭＳ Ｐゴシック" panose="020B0600070205080204" pitchFamily="34" charset="-128"/>
              </a:rPr>
              <a:t>The sequence structure directs the computer to process the program instructions, one after another, in the order in which they are listed</a:t>
            </a:r>
          </a:p>
          <a:p>
            <a:r>
              <a:rPr lang="en-US" altLang="en-US">
                <a:ea typeface="ＭＳ Ｐゴシック" panose="020B0600070205080204" pitchFamily="34" charset="-128"/>
              </a:rPr>
              <a:t>The selection structure directs the computer to make a decision (evaluate a condition), and then take an appropriate action based upon that decision</a:t>
            </a:r>
          </a:p>
          <a:p>
            <a:endParaRPr lang="en-US" altLang="en-US">
              <a:ea typeface="ＭＳ Ｐゴシック" panose="020B0600070205080204" pitchFamily="34" charset="-128"/>
            </a:endParaRPr>
          </a:p>
        </p:txBody>
      </p:sp>
      <p:sp>
        <p:nvSpPr>
          <p:cNvPr id="50180" name="Footer Placeholder 3">
            <a:extLst>
              <a:ext uri="{FF2B5EF4-FFF2-40B4-BE49-F238E27FC236}">
                <a16:creationId xmlns:a16="http://schemas.microsoft.com/office/drawing/2014/main" id="{365F4678-3BA1-4438-8420-DEA22553E66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50181" name="Slide Number Placeholder 4">
            <a:extLst>
              <a:ext uri="{FF2B5EF4-FFF2-40B4-BE49-F238E27FC236}">
                <a16:creationId xmlns:a16="http://schemas.microsoft.com/office/drawing/2014/main" id="{3CF723DE-A326-4BF6-B5C4-70C83AB032E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F44D4C21-0737-4573-ABB3-90B88BEDB59C}" type="slidenum">
              <a:rPr lang="en-US" altLang="en-US" sz="1400" smtClean="0">
                <a:solidFill>
                  <a:schemeClr val="tx1"/>
                </a:solidFill>
                <a:latin typeface="Arial" panose="020B0604020202020204" pitchFamily="34" charset="0"/>
              </a:rPr>
              <a:pPr>
                <a:spcBef>
                  <a:spcPct val="0"/>
                </a:spcBef>
                <a:buFontTx/>
                <a:buNone/>
              </a:pPr>
              <a:t>22</a:t>
            </a:fld>
            <a:endParaRPr lang="en-US" altLang="en-US" sz="1400">
              <a:solidFill>
                <a:schemeClr val="tx1"/>
              </a:solidFill>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2EF63A59-B943-4006-9BDB-8B5BA9E56C54}"/>
              </a:ext>
            </a:extLst>
          </p:cNvPr>
          <p:cNvSpPr>
            <a:spLocks noGrp="1" noChangeArrowheads="1"/>
          </p:cNvSpPr>
          <p:nvPr>
            <p:ph type="title"/>
          </p:nvPr>
        </p:nvSpPr>
        <p:spPr/>
        <p:txBody>
          <a:bodyPr/>
          <a:lstStyle/>
          <a:p>
            <a:r>
              <a:rPr lang="en-US" altLang="en-US" dirty="0">
                <a:ea typeface="ＭＳ Ｐゴシック" panose="020B0600070205080204" pitchFamily="34" charset="-128"/>
              </a:rPr>
              <a:t>Summary </a:t>
            </a:r>
            <a:r>
              <a:rPr lang="en-US" altLang="en-US">
                <a:ea typeface="ＭＳ Ｐゴシック" panose="020B0600070205080204" pitchFamily="34" charset="-128"/>
              </a:rPr>
              <a:t>(more)</a:t>
            </a:r>
            <a:endParaRPr lang="en-US" altLang="en-US" dirty="0">
              <a:ea typeface="ＭＳ Ｐゴシック" panose="020B0600070205080204" pitchFamily="34" charset="-128"/>
            </a:endParaRPr>
          </a:p>
        </p:txBody>
      </p:sp>
      <p:sp>
        <p:nvSpPr>
          <p:cNvPr id="52227" name="Rectangle 3">
            <a:extLst>
              <a:ext uri="{FF2B5EF4-FFF2-40B4-BE49-F238E27FC236}">
                <a16:creationId xmlns:a16="http://schemas.microsoft.com/office/drawing/2014/main" id="{B9D0853E-36D9-4EEE-9F81-0983346AAF68}"/>
              </a:ext>
            </a:extLst>
          </p:cNvPr>
          <p:cNvSpPr>
            <a:spLocks noGrp="1" noChangeArrowheads="1"/>
          </p:cNvSpPr>
          <p:nvPr>
            <p:ph type="body" idx="1"/>
          </p:nvPr>
        </p:nvSpPr>
        <p:spPr/>
        <p:txBody>
          <a:bodyPr/>
          <a:lstStyle/>
          <a:p>
            <a:r>
              <a:rPr lang="en-US" altLang="en-US">
                <a:ea typeface="ＭＳ Ｐゴシック" panose="020B0600070205080204" pitchFamily="34" charset="-128"/>
              </a:rPr>
              <a:t>The repetition structure, commonly called iteration or looping, directs the computer to repeat one or more program instructions until some condition is met</a:t>
            </a:r>
          </a:p>
          <a:p>
            <a:r>
              <a:rPr lang="en-US" altLang="en-US">
                <a:ea typeface="ＭＳ Ｐゴシック" panose="020B0600070205080204" pitchFamily="34" charset="-128"/>
              </a:rPr>
              <a:t>The sequence structure is used in all programs</a:t>
            </a:r>
          </a:p>
          <a:p>
            <a:r>
              <a:rPr lang="en-US" altLang="en-US">
                <a:ea typeface="ＭＳ Ｐゴシック" panose="020B0600070205080204" pitchFamily="34" charset="-128"/>
              </a:rPr>
              <a:t>Most programs also contain both the selection and repetition structures</a:t>
            </a:r>
          </a:p>
          <a:p>
            <a:endParaRPr lang="en-US" altLang="en-US">
              <a:ea typeface="ＭＳ Ｐゴシック" panose="020B0600070205080204" pitchFamily="34" charset="-128"/>
            </a:endParaRPr>
          </a:p>
        </p:txBody>
      </p:sp>
      <p:sp>
        <p:nvSpPr>
          <p:cNvPr id="52228" name="Footer Placeholder 3">
            <a:extLst>
              <a:ext uri="{FF2B5EF4-FFF2-40B4-BE49-F238E27FC236}">
                <a16:creationId xmlns:a16="http://schemas.microsoft.com/office/drawing/2014/main" id="{B49498F1-8E44-4804-AD74-51D2BEB5EAD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52229" name="Slide Number Placeholder 4">
            <a:extLst>
              <a:ext uri="{FF2B5EF4-FFF2-40B4-BE49-F238E27FC236}">
                <a16:creationId xmlns:a16="http://schemas.microsoft.com/office/drawing/2014/main" id="{1ABB7D38-B609-4793-81BF-C70AF61358A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D85D45DE-16F4-40D9-B7B8-CA29BB36F618}" type="slidenum">
              <a:rPr lang="en-US" altLang="en-US" sz="1400" smtClean="0">
                <a:solidFill>
                  <a:schemeClr val="tx1"/>
                </a:solidFill>
                <a:latin typeface="Arial" panose="020B0604020202020204" pitchFamily="34" charset="0"/>
              </a:rPr>
              <a:pPr>
                <a:spcBef>
                  <a:spcPct val="0"/>
                </a:spcBef>
                <a:buFontTx/>
                <a:buNone/>
              </a:pPr>
              <a:t>23</a:t>
            </a:fld>
            <a:endParaRPr lang="en-US" altLang="en-US" sz="1400">
              <a:solidFill>
                <a:schemeClr val="tx1"/>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D812F5EE-D278-4B7A-B25B-1C001592502F}"/>
              </a:ext>
            </a:extLst>
          </p:cNvPr>
          <p:cNvSpPr>
            <a:spLocks noGrp="1" noChangeArrowheads="1"/>
          </p:cNvSpPr>
          <p:nvPr>
            <p:ph type="title"/>
          </p:nvPr>
        </p:nvSpPr>
        <p:spPr/>
        <p:txBody>
          <a:bodyPr/>
          <a:lstStyle/>
          <a:p>
            <a:r>
              <a:rPr lang="en-US" altLang="en-US">
                <a:ea typeface="ＭＳ Ｐゴシック" panose="020B0600070205080204" pitchFamily="34" charset="-128"/>
              </a:rPr>
              <a:t>Lab 1-1: Stop and Analyze</a:t>
            </a:r>
          </a:p>
        </p:txBody>
      </p:sp>
      <p:sp>
        <p:nvSpPr>
          <p:cNvPr id="54275" name="Rectangle 3">
            <a:extLst>
              <a:ext uri="{FF2B5EF4-FFF2-40B4-BE49-F238E27FC236}">
                <a16:creationId xmlns:a16="http://schemas.microsoft.com/office/drawing/2014/main" id="{9E2D4B1F-6357-4CD4-B819-E38A741FCD72}"/>
              </a:ext>
            </a:extLst>
          </p:cNvPr>
          <p:cNvSpPr>
            <a:spLocks noGrp="1" noChangeArrowheads="1"/>
          </p:cNvSpPr>
          <p:nvPr>
            <p:ph type="body" idx="1"/>
          </p:nvPr>
        </p:nvSpPr>
        <p:spPr/>
        <p:txBody>
          <a:bodyPr/>
          <a:lstStyle/>
          <a:p>
            <a:pPr>
              <a:buFontTx/>
              <a:buNone/>
            </a:pPr>
            <a:r>
              <a:rPr lang="en-US" altLang="en-US">
                <a:ea typeface="ＭＳ Ｐゴシック" panose="020B0600070205080204" pitchFamily="34" charset="-128"/>
              </a:rPr>
              <a:t>Study the algorithm below and answer the questions.</a:t>
            </a:r>
          </a:p>
          <a:p>
            <a:endParaRPr lang="en-US" altLang="en-US">
              <a:ea typeface="ＭＳ Ｐゴシック" panose="020B0600070205080204" pitchFamily="34" charset="-128"/>
            </a:endParaRPr>
          </a:p>
          <a:p>
            <a:endParaRPr lang="en-US" altLang="en-US">
              <a:ea typeface="ＭＳ Ｐゴシック" panose="020B0600070205080204" pitchFamily="34" charset="-128"/>
            </a:endParaRPr>
          </a:p>
          <a:p>
            <a:endParaRPr lang="en-US" altLang="en-US">
              <a:ea typeface="ＭＳ Ｐゴシック" panose="020B0600070205080204" pitchFamily="34" charset="-128"/>
            </a:endParaRPr>
          </a:p>
          <a:p>
            <a:endParaRPr lang="en-US" altLang="en-US">
              <a:ea typeface="ＭＳ Ｐゴシック" panose="020B0600070205080204" pitchFamily="34" charset="-128"/>
            </a:endParaRPr>
          </a:p>
          <a:p>
            <a:r>
              <a:rPr lang="en-US" altLang="en-US" sz="2000">
                <a:ea typeface="ＭＳ Ｐゴシック" panose="020B0600070205080204" pitchFamily="34" charset="-128"/>
              </a:rPr>
              <a:t>Which control structures are used in the algorithm?</a:t>
            </a:r>
          </a:p>
          <a:p>
            <a:r>
              <a:rPr lang="en-US" altLang="en-US" sz="2000">
                <a:ea typeface="ＭＳ Ｐゴシック" panose="020B0600070205080204" pitchFamily="34" charset="-128"/>
              </a:rPr>
              <a:t>What will the algorithm print when the price of the TV is $2,100?</a:t>
            </a:r>
          </a:p>
          <a:p>
            <a:r>
              <a:rPr lang="en-US" altLang="en-US" sz="2000">
                <a:ea typeface="ＭＳ Ｐゴシック" panose="020B0600070205080204" pitchFamily="34" charset="-128"/>
              </a:rPr>
              <a:t>How would you modify the algorithm so that it can be used for only the first 10 customers buying a TV?</a:t>
            </a:r>
          </a:p>
          <a:p>
            <a:r>
              <a:rPr lang="en-US" altLang="en-US" sz="2000">
                <a:ea typeface="ＭＳ Ｐゴシック" panose="020B0600070205080204" pitchFamily="34" charset="-128"/>
              </a:rPr>
              <a:t>How would you modify the algorithm so that it allows the user to also enter the discount rate and then uses that rate to calculate the discount?</a:t>
            </a:r>
          </a:p>
          <a:p>
            <a:endParaRPr lang="en-US" altLang="en-US">
              <a:ea typeface="ＭＳ Ｐゴシック" panose="020B0600070205080204" pitchFamily="34" charset="-128"/>
            </a:endParaRPr>
          </a:p>
          <a:p>
            <a:endParaRPr lang="en-US" altLang="en-US">
              <a:ea typeface="ＭＳ Ｐゴシック" panose="020B0600070205080204" pitchFamily="34" charset="-128"/>
            </a:endParaRPr>
          </a:p>
        </p:txBody>
      </p:sp>
      <p:sp>
        <p:nvSpPr>
          <p:cNvPr id="54276" name="Footer Placeholder 3">
            <a:extLst>
              <a:ext uri="{FF2B5EF4-FFF2-40B4-BE49-F238E27FC236}">
                <a16:creationId xmlns:a16="http://schemas.microsoft.com/office/drawing/2014/main" id="{D6C7AFC6-5DA9-40F2-8633-220FD9B5670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54277" name="Slide Number Placeholder 4">
            <a:extLst>
              <a:ext uri="{FF2B5EF4-FFF2-40B4-BE49-F238E27FC236}">
                <a16:creationId xmlns:a16="http://schemas.microsoft.com/office/drawing/2014/main" id="{726A6A97-6086-4A12-828B-F605DB1972D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4C80B471-3816-462A-825D-50481EE48EA0}" type="slidenum">
              <a:rPr lang="en-US" altLang="en-US" sz="1400" smtClean="0">
                <a:solidFill>
                  <a:schemeClr val="tx1"/>
                </a:solidFill>
                <a:latin typeface="Arial" panose="020B0604020202020204" pitchFamily="34" charset="0"/>
              </a:rPr>
              <a:pPr>
                <a:spcBef>
                  <a:spcPct val="0"/>
                </a:spcBef>
                <a:buFontTx/>
                <a:buNone/>
              </a:pPr>
              <a:t>24</a:t>
            </a:fld>
            <a:endParaRPr lang="en-US" altLang="en-US" sz="1400">
              <a:solidFill>
                <a:schemeClr val="tx1"/>
              </a:solidFill>
              <a:latin typeface="Arial" panose="020B0604020202020204" pitchFamily="34" charset="0"/>
            </a:endParaRPr>
          </a:p>
        </p:txBody>
      </p:sp>
      <p:pic>
        <p:nvPicPr>
          <p:cNvPr id="54278" name="Picture 7" descr="algorithm">
            <a:extLst>
              <a:ext uri="{FF2B5EF4-FFF2-40B4-BE49-F238E27FC236}">
                <a16:creationId xmlns:a16="http://schemas.microsoft.com/office/drawing/2014/main" id="{757CE202-5235-4D46-8288-CC0FEA4F6E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057400"/>
            <a:ext cx="7010400" cy="166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a:extLst>
              <a:ext uri="{FF2B5EF4-FFF2-40B4-BE49-F238E27FC236}">
                <a16:creationId xmlns:a16="http://schemas.microsoft.com/office/drawing/2014/main" id="{F50982B4-2327-4D8B-B076-B2389F10D61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56323" name="Slide Number Placeholder 4">
            <a:extLst>
              <a:ext uri="{FF2B5EF4-FFF2-40B4-BE49-F238E27FC236}">
                <a16:creationId xmlns:a16="http://schemas.microsoft.com/office/drawing/2014/main" id="{44258E58-D659-465D-83C2-5501C49B28C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04B4D9C2-F6D2-45AC-A4CC-DEE1471EEE47}" type="slidenum">
              <a:rPr lang="en-US" altLang="en-US" sz="1400" smtClean="0">
                <a:solidFill>
                  <a:schemeClr val="tx1"/>
                </a:solidFill>
                <a:latin typeface="Arial" panose="020B0604020202020204" pitchFamily="34" charset="0"/>
              </a:rPr>
              <a:pPr>
                <a:spcBef>
                  <a:spcPct val="0"/>
                </a:spcBef>
                <a:buFontTx/>
                <a:buNone/>
              </a:pPr>
              <a:t>25</a:t>
            </a:fld>
            <a:endParaRPr lang="en-US" altLang="en-US" sz="1400">
              <a:solidFill>
                <a:schemeClr val="tx1"/>
              </a:solidFill>
              <a:latin typeface="Arial" panose="020B0604020202020204" pitchFamily="34" charset="0"/>
            </a:endParaRPr>
          </a:p>
        </p:txBody>
      </p:sp>
      <p:sp>
        <p:nvSpPr>
          <p:cNvPr id="56324" name="Rectangle 2">
            <a:extLst>
              <a:ext uri="{FF2B5EF4-FFF2-40B4-BE49-F238E27FC236}">
                <a16:creationId xmlns:a16="http://schemas.microsoft.com/office/drawing/2014/main" id="{BF2E14A6-654F-4979-BD99-F311AFA9DB22}"/>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1-2: Plan and Create</a:t>
            </a:r>
          </a:p>
        </p:txBody>
      </p:sp>
      <p:sp>
        <p:nvSpPr>
          <p:cNvPr id="56325" name="Rectangle 3">
            <a:extLst>
              <a:ext uri="{FF2B5EF4-FFF2-40B4-BE49-F238E27FC236}">
                <a16:creationId xmlns:a16="http://schemas.microsoft.com/office/drawing/2014/main" id="{C6354933-2694-4379-A865-820723F33AEC}"/>
              </a:ext>
            </a:extLst>
          </p:cNvPr>
          <p:cNvSpPr>
            <a:spLocks noGrp="1" noChangeArrowheads="1"/>
          </p:cNvSpPr>
          <p:nvPr>
            <p:ph type="body" idx="1"/>
          </p:nvPr>
        </p:nvSpPr>
        <p:spPr/>
        <p:txBody>
          <a:bodyPr/>
          <a:lstStyle/>
          <a:p>
            <a:pPr>
              <a:buFontTx/>
              <a:buNone/>
            </a:pPr>
            <a:r>
              <a:rPr lang="en-US" altLang="en-US">
                <a:ea typeface="ＭＳ Ｐゴシック" panose="020B0600070205080204" pitchFamily="34" charset="-128"/>
              </a:rPr>
              <a:t>The 10 salespeople at Harkins Company are paid a 10% bonus when they sell more than $10,000 in product; otherwise, they receive a 5% bonus. Create an appropriate algorithm using only the instructions shown below.</a:t>
            </a:r>
          </a:p>
          <a:p>
            <a:endParaRPr lang="en-US" altLang="en-US" b="1">
              <a:ea typeface="ＭＳ Ｐゴシック" panose="020B0600070205080204" pitchFamily="34" charset="-128"/>
            </a:endParaRPr>
          </a:p>
          <a:p>
            <a:endParaRPr lang="en-US" altLang="en-US" b="1">
              <a:ea typeface="ＭＳ Ｐゴシック" panose="020B0600070205080204" pitchFamily="34" charset="-128"/>
            </a:endParaRPr>
          </a:p>
          <a:p>
            <a:endParaRPr lang="en-US" altLang="en-US" b="1">
              <a:ea typeface="ＭＳ Ｐゴシック" panose="020B0600070205080204" pitchFamily="34" charset="-128"/>
            </a:endParaRPr>
          </a:p>
          <a:p>
            <a:pPr>
              <a:buFontTx/>
              <a:buNone/>
            </a:pPr>
            <a:endParaRPr lang="en-US" altLang="en-US" b="1">
              <a:ea typeface="ＭＳ Ｐゴシック" panose="020B0600070205080204" pitchFamily="34" charset="-128"/>
            </a:endParaRPr>
          </a:p>
          <a:p>
            <a:endParaRPr lang="en-US" altLang="en-US">
              <a:ea typeface="ＭＳ Ｐゴシック" panose="020B0600070205080204" pitchFamily="34" charset="-128"/>
            </a:endParaRPr>
          </a:p>
        </p:txBody>
      </p:sp>
      <p:pic>
        <p:nvPicPr>
          <p:cNvPr id="56326" name="Picture 7" descr="plan and create">
            <a:extLst>
              <a:ext uri="{FF2B5EF4-FFF2-40B4-BE49-F238E27FC236}">
                <a16:creationId xmlns:a16="http://schemas.microsoft.com/office/drawing/2014/main" id="{850F2848-1BB4-44A2-8B6A-15325B1F1C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733800"/>
            <a:ext cx="6153150"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a:extLst>
              <a:ext uri="{FF2B5EF4-FFF2-40B4-BE49-F238E27FC236}">
                <a16:creationId xmlns:a16="http://schemas.microsoft.com/office/drawing/2014/main" id="{93BF43BD-28BB-4E9C-B2B9-2C1FFDBA160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58371" name="Slide Number Placeholder 4">
            <a:extLst>
              <a:ext uri="{FF2B5EF4-FFF2-40B4-BE49-F238E27FC236}">
                <a16:creationId xmlns:a16="http://schemas.microsoft.com/office/drawing/2014/main" id="{A4DF4A21-1E94-40B7-A504-C5EE94390DA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5BF5FB85-4383-402F-BACE-7AF520225A59}" type="slidenum">
              <a:rPr lang="en-US" altLang="en-US" sz="1400" smtClean="0">
                <a:solidFill>
                  <a:schemeClr val="tx1"/>
                </a:solidFill>
                <a:latin typeface="Arial" panose="020B0604020202020204" pitchFamily="34" charset="0"/>
              </a:rPr>
              <a:pPr>
                <a:spcBef>
                  <a:spcPct val="0"/>
                </a:spcBef>
                <a:buFontTx/>
                <a:buNone/>
              </a:pPr>
              <a:t>26</a:t>
            </a:fld>
            <a:endParaRPr lang="en-US" altLang="en-US" sz="1400">
              <a:solidFill>
                <a:schemeClr val="tx1"/>
              </a:solidFill>
              <a:latin typeface="Arial" panose="020B0604020202020204" pitchFamily="34" charset="0"/>
            </a:endParaRPr>
          </a:p>
        </p:txBody>
      </p:sp>
      <p:sp>
        <p:nvSpPr>
          <p:cNvPr id="58372" name="Rectangle 2">
            <a:extLst>
              <a:ext uri="{FF2B5EF4-FFF2-40B4-BE49-F238E27FC236}">
                <a16:creationId xmlns:a16="http://schemas.microsoft.com/office/drawing/2014/main" id="{CA8AE459-0314-4168-A0DB-09B9FE6985D1}"/>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1-3: Modify</a:t>
            </a:r>
          </a:p>
        </p:txBody>
      </p:sp>
      <p:sp>
        <p:nvSpPr>
          <p:cNvPr id="58373" name="Rectangle 3">
            <a:extLst>
              <a:ext uri="{FF2B5EF4-FFF2-40B4-BE49-F238E27FC236}">
                <a16:creationId xmlns:a16="http://schemas.microsoft.com/office/drawing/2014/main" id="{C9D227E5-C40D-43FC-A38C-C84631833DEE}"/>
              </a:ext>
            </a:extLst>
          </p:cNvPr>
          <p:cNvSpPr>
            <a:spLocks noGrp="1" noChangeArrowheads="1"/>
          </p:cNvSpPr>
          <p:nvPr>
            <p:ph type="body" idx="1"/>
          </p:nvPr>
        </p:nvSpPr>
        <p:spPr/>
        <p:txBody>
          <a:bodyPr/>
          <a:lstStyle/>
          <a:p>
            <a:pPr>
              <a:buFontTx/>
              <a:buNone/>
            </a:pPr>
            <a:r>
              <a:rPr lang="en-US" altLang="en-US">
                <a:ea typeface="ＭＳ Ｐゴシック" panose="020B0600070205080204" pitchFamily="34" charset="-128"/>
              </a:rPr>
              <a:t>Modify the algorithm shown below so that it gives a 25% discount to customers who are also employees of the store; all other customers receive a 15% discount.</a:t>
            </a:r>
          </a:p>
        </p:txBody>
      </p:sp>
      <p:pic>
        <p:nvPicPr>
          <p:cNvPr id="58374" name="Picture 7" descr="modify">
            <a:extLst>
              <a:ext uri="{FF2B5EF4-FFF2-40B4-BE49-F238E27FC236}">
                <a16:creationId xmlns:a16="http://schemas.microsoft.com/office/drawing/2014/main" id="{A6240344-E538-4487-9789-CC54561974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971800"/>
            <a:ext cx="7543800" cy="166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a:extLst>
              <a:ext uri="{FF2B5EF4-FFF2-40B4-BE49-F238E27FC236}">
                <a16:creationId xmlns:a16="http://schemas.microsoft.com/office/drawing/2014/main" id="{A4C1B06C-E25F-4769-AD38-D4791162C02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r>
              <a:rPr lang="en-US" altLang="en-US" sz="1400">
                <a:solidFill>
                  <a:schemeClr val="tx1"/>
                </a:solidFill>
                <a:latin typeface="Arial" panose="020B0604020202020204" pitchFamily="34" charset="0"/>
              </a:rPr>
              <a:t>An Introduction to Programming with C++, Eighth Edition</a:t>
            </a:r>
          </a:p>
        </p:txBody>
      </p:sp>
      <p:sp>
        <p:nvSpPr>
          <p:cNvPr id="60419" name="Slide Number Placeholder 4">
            <a:extLst>
              <a:ext uri="{FF2B5EF4-FFF2-40B4-BE49-F238E27FC236}">
                <a16:creationId xmlns:a16="http://schemas.microsoft.com/office/drawing/2014/main" id="{892699C7-A2CC-444F-95D2-F01CA08E03B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Calibri" panose="020F0502020204030204" pitchFamily="34" charset="0"/>
                <a:ea typeface="ＭＳ Ｐゴシック" panose="020B0600070205080204" pitchFamily="34" charset="-128"/>
              </a:defRPr>
            </a:lvl1pPr>
            <a:lvl2pPr marL="742950" indent="-285750">
              <a:spcBef>
                <a:spcPct val="20000"/>
              </a:spcBef>
              <a:buChar char="–"/>
              <a:defRPr sz="2400">
                <a:solidFill>
                  <a:srgbClr val="222222"/>
                </a:solidFill>
                <a:latin typeface="Calibri" panose="020F0502020204030204" pitchFamily="34" charset="0"/>
                <a:ea typeface="ＭＳ Ｐゴシック" panose="020B0600070205080204" pitchFamily="34" charset="-128"/>
              </a:defRPr>
            </a:lvl2pPr>
            <a:lvl3pPr marL="11430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200">
                <a:solidFill>
                  <a:srgbClr val="222222"/>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FontTx/>
              <a:buNone/>
            </a:pPr>
            <a:fld id="{EFEB1FE5-0F3C-45FC-90FA-68F0B27EEBD3}" type="slidenum">
              <a:rPr lang="en-US" altLang="en-US" sz="1400" smtClean="0">
                <a:solidFill>
                  <a:schemeClr val="tx1"/>
                </a:solidFill>
                <a:latin typeface="Arial" panose="020B0604020202020204" pitchFamily="34" charset="0"/>
              </a:rPr>
              <a:pPr>
                <a:spcBef>
                  <a:spcPct val="0"/>
                </a:spcBef>
                <a:buFontTx/>
                <a:buNone/>
              </a:pPr>
              <a:t>27</a:t>
            </a:fld>
            <a:endParaRPr lang="en-US" altLang="en-US" sz="1400">
              <a:solidFill>
                <a:schemeClr val="tx1"/>
              </a:solidFill>
              <a:latin typeface="Arial" panose="020B0604020202020204" pitchFamily="34" charset="0"/>
            </a:endParaRPr>
          </a:p>
        </p:txBody>
      </p:sp>
      <p:sp>
        <p:nvSpPr>
          <p:cNvPr id="60420" name="Rectangle 2">
            <a:extLst>
              <a:ext uri="{FF2B5EF4-FFF2-40B4-BE49-F238E27FC236}">
                <a16:creationId xmlns:a16="http://schemas.microsoft.com/office/drawing/2014/main" id="{BE50C4E9-7233-4131-8662-D7B60767438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Lab 1-4: What’s Missing?</a:t>
            </a:r>
          </a:p>
        </p:txBody>
      </p:sp>
      <p:sp>
        <p:nvSpPr>
          <p:cNvPr id="60421" name="Rectangle 3">
            <a:extLst>
              <a:ext uri="{FF2B5EF4-FFF2-40B4-BE49-F238E27FC236}">
                <a16:creationId xmlns:a16="http://schemas.microsoft.com/office/drawing/2014/main" id="{CC0BD9EB-82D7-44C9-8671-09C8EDF005EA}"/>
              </a:ext>
            </a:extLst>
          </p:cNvPr>
          <p:cNvSpPr>
            <a:spLocks noGrp="1" noChangeArrowheads="1"/>
          </p:cNvSpPr>
          <p:nvPr>
            <p:ph type="body" idx="1"/>
          </p:nvPr>
        </p:nvSpPr>
        <p:spPr/>
        <p:txBody>
          <a:bodyPr/>
          <a:lstStyle/>
          <a:p>
            <a:pPr>
              <a:buFontTx/>
              <a:buNone/>
            </a:pPr>
            <a:r>
              <a:rPr lang="en-US" altLang="en-US" sz="2000">
                <a:ea typeface="ＭＳ Ｐゴシック" panose="020B0600070205080204" pitchFamily="34" charset="-128"/>
              </a:rPr>
              <a:t>Harold wants to sit down on the park bench, but his cat Ginger may or may not be already seated there. Put the instructions shown below in the proper order, and then determine the one or more missing instructions.</a:t>
            </a:r>
          </a:p>
        </p:txBody>
      </p:sp>
      <p:pic>
        <p:nvPicPr>
          <p:cNvPr id="60422" name="Picture 2" descr="what is missing">
            <a:extLst>
              <a:ext uri="{FF2B5EF4-FFF2-40B4-BE49-F238E27FC236}">
                <a16:creationId xmlns:a16="http://schemas.microsoft.com/office/drawing/2014/main" id="{705334D7-7FB7-458F-8885-894AFF362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667000"/>
            <a:ext cx="76962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efault Design">
  <a:themeElements>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fontScheme name="Mod">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1576</Words>
  <Application>Microsoft Office PowerPoint</Application>
  <PresentationFormat>On-screen Show (4:3)</PresentationFormat>
  <Paragraphs>204</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ＭＳ Ｐゴシック</vt:lpstr>
      <vt:lpstr>Arial</vt:lpstr>
      <vt:lpstr>Calibri</vt:lpstr>
      <vt:lpstr>Courier New</vt:lpstr>
      <vt:lpstr>Times New Roman</vt:lpstr>
      <vt:lpstr>Trebuchet MS</vt:lpstr>
      <vt:lpstr>Default Design</vt:lpstr>
      <vt:lpstr>About the Presentations</vt:lpstr>
      <vt:lpstr>Chapter 1</vt:lpstr>
      <vt:lpstr>Chapter Objectives</vt:lpstr>
      <vt:lpstr>Programming a Computer</vt:lpstr>
      <vt:lpstr>The Programmer’s Job</vt:lpstr>
      <vt:lpstr>What Traits Should a Software Developer Possess?</vt:lpstr>
      <vt:lpstr>Employment Opportunities</vt:lpstr>
      <vt:lpstr>A Brief History of Programming Languages</vt:lpstr>
      <vt:lpstr>Machine Languages</vt:lpstr>
      <vt:lpstr>Assembly Languages</vt:lpstr>
      <vt:lpstr>High-Level Languages</vt:lpstr>
      <vt:lpstr>High-Level Languages (cont.)</vt:lpstr>
      <vt:lpstr>Control Structures</vt:lpstr>
      <vt:lpstr>The Sequence Structure</vt:lpstr>
      <vt:lpstr>The Sequence Structure (cont.)</vt:lpstr>
      <vt:lpstr>The Selection Structure</vt:lpstr>
      <vt:lpstr>The Selection Structure (cont.)</vt:lpstr>
      <vt:lpstr>The Selection Structure (more)</vt:lpstr>
      <vt:lpstr>The Repetition Structure</vt:lpstr>
      <vt:lpstr>The Repetition Structure (cont.)</vt:lpstr>
      <vt:lpstr>Summary</vt:lpstr>
      <vt:lpstr>Summary (cont.)</vt:lpstr>
      <vt:lpstr>Summary (more)</vt:lpstr>
      <vt:lpstr>Lab 1-1: Stop and Analyze</vt:lpstr>
      <vt:lpstr>Lab 1-2: Plan and Create</vt:lpstr>
      <vt:lpstr>Lab 1-3: Modify</vt:lpstr>
      <vt:lpstr>Lab 1-4: What’s Missing?</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2012-07-02T16:38:01Z</dcterms:created>
  <dcterms:modified xsi:type="dcterms:W3CDTF">2020-07-14T20:30:31Z</dcterms:modified>
</cp:coreProperties>
</file>