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853" r:id="rId1"/>
  </p:sldMasterIdLst>
  <p:notesMasterIdLst>
    <p:notesMasterId r:id="rId64"/>
  </p:notesMasterIdLst>
  <p:handoutMasterIdLst>
    <p:handoutMasterId r:id="rId65"/>
  </p:handoutMasterIdLst>
  <p:sldIdLst>
    <p:sldId id="581" r:id="rId2"/>
    <p:sldId id="257" r:id="rId3"/>
    <p:sldId id="463" r:id="rId4"/>
    <p:sldId id="568" r:id="rId5"/>
    <p:sldId id="484" r:id="rId6"/>
    <p:sldId id="543" r:id="rId7"/>
    <p:sldId id="544" r:id="rId8"/>
    <p:sldId id="464" r:id="rId9"/>
    <p:sldId id="582" r:id="rId10"/>
    <p:sldId id="506" r:id="rId11"/>
    <p:sldId id="569" r:id="rId12"/>
    <p:sldId id="533" r:id="rId13"/>
    <p:sldId id="584" r:id="rId14"/>
    <p:sldId id="520" r:id="rId15"/>
    <p:sldId id="570" r:id="rId16"/>
    <p:sldId id="571" r:id="rId17"/>
    <p:sldId id="509" r:id="rId18"/>
    <p:sldId id="549" r:id="rId19"/>
    <p:sldId id="466" r:id="rId20"/>
    <p:sldId id="522" r:id="rId21"/>
    <p:sldId id="489" r:id="rId22"/>
    <p:sldId id="579" r:id="rId23"/>
    <p:sldId id="524" r:id="rId24"/>
    <p:sldId id="513" r:id="rId25"/>
    <p:sldId id="552" r:id="rId26"/>
    <p:sldId id="580" r:id="rId27"/>
    <p:sldId id="525" r:id="rId28"/>
    <p:sldId id="574" r:id="rId29"/>
    <p:sldId id="553" r:id="rId30"/>
    <p:sldId id="585" r:id="rId31"/>
    <p:sldId id="514" r:id="rId32"/>
    <p:sldId id="554" r:id="rId33"/>
    <p:sldId id="555" r:id="rId34"/>
    <p:sldId id="556" r:id="rId35"/>
    <p:sldId id="586" r:id="rId36"/>
    <p:sldId id="562" r:id="rId37"/>
    <p:sldId id="587" r:id="rId38"/>
    <p:sldId id="563" r:id="rId39"/>
    <p:sldId id="575" r:id="rId40"/>
    <p:sldId id="564" r:id="rId41"/>
    <p:sldId id="565" r:id="rId42"/>
    <p:sldId id="576" r:id="rId43"/>
    <p:sldId id="577" r:id="rId44"/>
    <p:sldId id="578" r:id="rId45"/>
    <p:sldId id="566" r:id="rId46"/>
    <p:sldId id="567" r:id="rId47"/>
    <p:sldId id="445" r:id="rId48"/>
    <p:sldId id="446" r:id="rId49"/>
    <p:sldId id="518" r:id="rId50"/>
    <p:sldId id="572" r:id="rId51"/>
    <p:sldId id="573" r:id="rId52"/>
    <p:sldId id="470" r:id="rId53"/>
    <p:sldId id="498" r:id="rId54"/>
    <p:sldId id="588" r:id="rId55"/>
    <p:sldId id="589" r:id="rId56"/>
    <p:sldId id="590" r:id="rId57"/>
    <p:sldId id="591" r:id="rId58"/>
    <p:sldId id="592" r:id="rId59"/>
    <p:sldId id="503" r:id="rId60"/>
    <p:sldId id="504" r:id="rId61"/>
    <p:sldId id="593" r:id="rId62"/>
    <p:sldId id="505" r:id="rId6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000" kern="1200">
        <a:solidFill>
          <a:srgbClr val="FFFFFF"/>
        </a:solidFill>
        <a:latin typeface="Times New Roman" panose="02020603050405020304" pitchFamily="18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FF0000"/>
    <a:srgbClr val="222222"/>
    <a:srgbClr val="FFFFFF"/>
    <a:srgbClr val="18B2B6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7" autoAdjust="0"/>
  </p:normalViewPr>
  <p:slideViewPr>
    <p:cSldViewPr snapToGrid="0">
      <p:cViewPr varScale="1">
        <p:scale>
          <a:sx n="108" d="100"/>
          <a:sy n="108" d="100"/>
        </p:scale>
        <p:origin x="106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-1422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>
            <a:extLst>
              <a:ext uri="{FF2B5EF4-FFF2-40B4-BE49-F238E27FC236}">
                <a16:creationId xmlns:a16="http://schemas.microsoft.com/office/drawing/2014/main" id="{9F848A33-7020-424C-B77C-4952B81C5B8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45302B2D-73DF-4EDF-9064-691DAD9575B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A6482742-3606-44D5-BB09-A8604E1C7D9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>
            <a:extLst>
              <a:ext uri="{FF2B5EF4-FFF2-40B4-BE49-F238E27FC236}">
                <a16:creationId xmlns:a16="http://schemas.microsoft.com/office/drawing/2014/main" id="{2D9AC77D-9943-49B5-A9E6-A5E184A3417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18C382CC-E817-44A0-8123-83EDD05B7C0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95BC442D-DFC9-4600-85FF-E5763C55380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8BA99C30-AB41-473A-AF53-2931EC25C45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F95CA37A-CB48-42D4-8E56-38B51897EB4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7" name="Rectangle 5">
            <a:extLst>
              <a:ext uri="{FF2B5EF4-FFF2-40B4-BE49-F238E27FC236}">
                <a16:creationId xmlns:a16="http://schemas.microsoft.com/office/drawing/2014/main" id="{5DA51A19-8DA3-4B6D-A422-49886DA11B3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4518" name="Rectangle 6">
            <a:extLst>
              <a:ext uri="{FF2B5EF4-FFF2-40B4-BE49-F238E27FC236}">
                <a16:creationId xmlns:a16="http://schemas.microsoft.com/office/drawing/2014/main" id="{40FA254D-4F1D-4D2D-8EDE-BB01CB1D244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chemeClr val="tx1"/>
                </a:solidFill>
                <a:latin typeface="Times New Roman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4519" name="Rectangle 7">
            <a:extLst>
              <a:ext uri="{FF2B5EF4-FFF2-40B4-BE49-F238E27FC236}">
                <a16:creationId xmlns:a16="http://schemas.microsoft.com/office/drawing/2014/main" id="{C30E29D3-372B-49F0-9B5F-C482BB64E4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C2AF233A-811B-4805-875D-03DA7909CC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97C9C648-1C8A-4F47-8FA1-2FD7006E41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2F4789-7739-478B-8857-C1FCD96F365D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105BEA61-32B2-4209-9A2C-BD148D0BE1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08D805D-DBB3-4EC1-A5CD-7262ABB86E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427351F8-AC6B-400E-A777-7B3F36068E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1CE61DD-7AE6-406A-AD67-4D1205151799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2FC33CEC-833C-41D9-96E9-2AA5C5ABE0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FF3C54F0-66C8-4287-AE3E-C4DF66DFD0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CA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E346484B-F7E5-4B27-B2AE-8E8E493942B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3503B8BA-23D0-4FFD-9C0A-B9297E0F4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9DFC0F02-680B-41F9-AA17-E8CCC25C4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9330A57-32D1-4C28-B2C4-7F7E68A764B7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955D1387-06E9-4429-A6A0-340AF2A6072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55C69E03-D9FF-46C3-8ED4-1EE8E42CF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BCB4ABF0-CE9B-408B-A915-1DF338E3A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79A291E-A0C3-431B-918F-36E87691F6D3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1C18B888-DC6B-424F-99CA-CE3AFB3E9D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B5B57FF0-072A-458E-B349-469901828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53382E4E-AF8F-4E11-8D95-7016DC037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C47F470-E312-41D7-81BB-AADC240FD687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C81EEA66-8D2A-4E38-B215-6D740127A73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73CA89D2-7533-4F5A-84AC-00DC2F94D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0FCC100F-2D4F-4075-A20D-526ABA524C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B65CC07-9689-415F-934A-574A313C7CE0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0C8FFE4E-0F72-45DA-93A7-03B0A6A33C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83EC774D-3225-4F1B-9933-A5DBB60F0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5D0EF8C7-06D6-4FD5-B614-6F19EFF987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29A9975-BB9E-49E7-8017-5A454A3FA429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3DBE672F-BCE1-441F-A195-56BDF9C16B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0FCFA4ED-4026-4626-A747-14C4C133F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58685D75-22A0-44AF-8FBB-FD083D160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8ECEFFE-139A-49CC-9AE6-FBA57E9E41BF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1B8EBF3D-D27F-4738-AC88-D5CC644C9A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00323E0D-5EBD-4914-87B0-3FAAEC8B9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E0E60F9F-B70D-472C-AB64-DA27B4FB0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A121388-9CA1-40A4-B510-E62A17A6E7C7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95610EAA-9382-42E1-A791-055F3A392E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72C1A786-4185-43B7-BE5C-0F2FE6FBA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C6FB5C04-6AC5-4524-9DF4-827650A31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628864E-FE99-4240-A0DD-C41C1A1F17AE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23A99053-7B0F-4DFE-B45F-A086D23613C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4EB16EAD-FAC9-4A50-B7FB-9419FE6E7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71A38A10-A2A7-4FC5-9AE6-7C78FA2961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00653D5-5DF4-4A00-BC64-9926D73D0005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0DD29182-BCA8-4330-8CC4-D5B830D43EF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BD919281-8C86-438C-A574-9ECB04C33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905A5C3B-F099-4541-95D9-2DB18C66B4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9D171E7-1B5A-49E8-995F-C9830EFB5884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567F8410-A024-4A78-B884-0484869D7A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9811A509-55B1-4D07-8AFC-6E86F7B4A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6DC4E5CD-02A2-4F2C-BFE8-C6238926FF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73F8284-8F2A-4149-9114-F1C99F817EE1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C96ADD2E-25D5-4E89-A48D-C8E11A779C2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D9ECB9FB-7509-439A-9C31-A7941BB88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E9669CF4-413A-4267-AA95-E174EEC64B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70F321A-B58E-4F37-9DA9-165D73AB272C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A125B957-3C77-47DE-8B57-1EA26809A3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1D6D9F32-6143-4ADF-B3A7-C379F36663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DA94780B-587B-4533-B579-2CE1E62E1D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D9E4963-29E2-4A49-817C-325E538CC8E5}" type="slidenum">
              <a:rPr lang="en-US" altLang="en-US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D358066D-894B-4024-A2C7-500B594B41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D59CF3C8-8836-44CA-AAF6-165967F9E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FC8AE04E-46B4-4EFF-A164-1F2ECDD29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559C907-59FC-4D4B-B99B-0A52857FD50F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A34FF8E9-D6EF-4B86-AA5F-D9D222BCA9E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A1584BBE-2F45-44C8-8048-317425EC1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F17D86F2-9F1C-4D5C-9AF5-6649C47A77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68A8510-40F0-4BFE-B51B-0F8313711E19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1A36BD00-B7CD-449D-AB36-0DFA12D06A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C8B97FB6-E0EF-4F13-AED9-AA06DD9928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8D7C7C1A-97FF-4EC8-B4C8-E1C7B7A6F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7C835E9-3121-4E02-855B-C3DE8AD8BAF0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DA9B1076-D4F6-4920-ABB7-48EEFA8069A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AD3A8B76-AB6C-4DAD-B42C-56047E2A9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AC8FFA00-302E-48B0-83FF-972B069D61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B3ACDBA-10E8-45FB-B3B6-5652B9828629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17B3C809-FCB0-4A98-9AEA-C825777C2D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1F1776EC-975E-41F5-B0F7-02243CC17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54B5962F-D683-4B50-B7A3-FE5655241D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EB95E3D-8763-4A32-9B44-62B1A64BCA6D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692BB32B-F868-426D-919D-5ECFFEF679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1720B800-38C7-42CE-AAFB-2EAFB2986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DFBCA5F0-B285-4755-8D82-31DE4D4080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43A8B22-F15C-46DB-9E6E-130EDD571551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A5E5FC1B-C615-414D-9EF4-56EB6D3639D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85D9476D-EBAB-4C50-859F-7DEB2C2C5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CB93C848-A250-484C-BA2C-4E89104255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93831C9-19FA-4879-AEFD-2914B4B80FD4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85492F1B-71E7-49D2-BC4B-F2950E9A886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C3060B73-C102-4429-854D-D1C5DC0DA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D1D0015B-39DC-48D3-A495-BF72616D7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5F2C7F3-D737-4CF5-83E6-B5A9039DDE97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A8DD20DF-484F-41B1-8753-0A09E21EF86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BD7B3766-4C13-4DCF-82D6-73109A1AB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30676CC5-8D29-411A-9A72-3054DCD210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FE8B9C9-F3E0-4AB7-9FA0-9D14FA8142F2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4C1437A8-67F1-4AF0-9728-5F9FDF35FA1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10018590-2552-4ABA-B239-AABD36D29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505B75D2-C803-48D0-B888-77C64A3D0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42107C8-F41F-440D-92CB-C552A50EDAA9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8B88B7D4-496D-4DAD-821A-7E6AE44C27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A9F78D66-C380-40E5-B76F-510C48DF9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03036DE3-7973-40EF-9700-8DC4499CB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D89EDC9-A664-4127-8BEC-62B8BCEB28AD}" type="slidenum">
              <a:rPr lang="en-US" altLang="en-US"/>
              <a:pPr>
                <a:spcBef>
                  <a:spcPct val="0"/>
                </a:spcBef>
              </a:pPr>
              <a:t>26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8CC17B63-8E19-439E-8659-56FAE285588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817CBBDE-D93E-4BA6-97F6-FC3468048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1825D704-F979-488C-BD27-2FE1A9F581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C72D356-4AA6-4F44-8B56-16BF809C0D9E}" type="slidenum">
              <a:rPr lang="en-US" altLang="en-US"/>
              <a:pPr>
                <a:spcBef>
                  <a:spcPct val="0"/>
                </a:spcBef>
              </a:pPr>
              <a:t>27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E2900061-D237-4B6C-8092-858B68FA964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B31E885A-EE32-4A49-9DBE-101FA504A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877CADC2-8889-421B-B7DD-9B0F4C3AF0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3DB2E6A-C6D1-466F-AFC1-F124317C9A86}" type="slidenum">
              <a:rPr lang="en-US" altLang="en-US"/>
              <a:pPr>
                <a:spcBef>
                  <a:spcPct val="0"/>
                </a:spcBef>
              </a:pPr>
              <a:t>28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AF74F27B-A777-4655-A362-113BB7230E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7D423175-5B3A-44D0-A0F4-47656BA4E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4B5A94C8-94C3-465F-97A2-EB326295A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A0765E5-4D63-4ACB-A5C2-ADBF1478343B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>
            <a:extLst>
              <a:ext uri="{FF2B5EF4-FFF2-40B4-BE49-F238E27FC236}">
                <a16:creationId xmlns:a16="http://schemas.microsoft.com/office/drawing/2014/main" id="{EDBFBE21-031F-4278-948D-876591A00CB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>
            <a:extLst>
              <a:ext uri="{FF2B5EF4-FFF2-40B4-BE49-F238E27FC236}">
                <a16:creationId xmlns:a16="http://schemas.microsoft.com/office/drawing/2014/main" id="{9EB1CFE3-1F8F-43F7-8F27-E652F8B10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7588" name="Slide Number Placeholder 3">
            <a:extLst>
              <a:ext uri="{FF2B5EF4-FFF2-40B4-BE49-F238E27FC236}">
                <a16:creationId xmlns:a16="http://schemas.microsoft.com/office/drawing/2014/main" id="{5FC5DF0E-F61C-4A4E-9536-EF45D2F5C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45732A-79D3-4848-A509-794B08CCF2D4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>
            <a:extLst>
              <a:ext uri="{FF2B5EF4-FFF2-40B4-BE49-F238E27FC236}">
                <a16:creationId xmlns:a16="http://schemas.microsoft.com/office/drawing/2014/main" id="{049B903C-D49D-4EC0-8057-B11F34C925E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>
            <a:extLst>
              <a:ext uri="{FF2B5EF4-FFF2-40B4-BE49-F238E27FC236}">
                <a16:creationId xmlns:a16="http://schemas.microsoft.com/office/drawing/2014/main" id="{7B88BC12-6825-46CC-925A-46E344023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9636" name="Slide Number Placeholder 3">
            <a:extLst>
              <a:ext uri="{FF2B5EF4-FFF2-40B4-BE49-F238E27FC236}">
                <a16:creationId xmlns:a16="http://schemas.microsoft.com/office/drawing/2014/main" id="{CA8A4933-F029-4EEC-8049-589CA736F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EB03F47-DCFB-4FF8-9310-C31FB8574FB8}" type="slidenum">
              <a:rPr lang="en-US" altLang="en-US"/>
              <a:pPr>
                <a:spcBef>
                  <a:spcPct val="0"/>
                </a:spcBef>
              </a:pPr>
              <a:t>31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>
            <a:extLst>
              <a:ext uri="{FF2B5EF4-FFF2-40B4-BE49-F238E27FC236}">
                <a16:creationId xmlns:a16="http://schemas.microsoft.com/office/drawing/2014/main" id="{61DCE34B-B139-4B64-82DB-1AEB2E206B1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1683" name="Notes Placeholder 2">
            <a:extLst>
              <a:ext uri="{FF2B5EF4-FFF2-40B4-BE49-F238E27FC236}">
                <a16:creationId xmlns:a16="http://schemas.microsoft.com/office/drawing/2014/main" id="{6FA9D77B-6A26-4BB9-929C-B68CA818C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1684" name="Slide Number Placeholder 3">
            <a:extLst>
              <a:ext uri="{FF2B5EF4-FFF2-40B4-BE49-F238E27FC236}">
                <a16:creationId xmlns:a16="http://schemas.microsoft.com/office/drawing/2014/main" id="{D81A10DA-9E53-4851-B2E3-6E8724E8FD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AE75427-A29D-4634-A25F-DEE9186C65C9}" type="slidenum">
              <a:rPr lang="en-US" altLang="en-US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>
            <a:extLst>
              <a:ext uri="{FF2B5EF4-FFF2-40B4-BE49-F238E27FC236}">
                <a16:creationId xmlns:a16="http://schemas.microsoft.com/office/drawing/2014/main" id="{E6EAF72A-9BCA-4172-9F1F-7A7DF6EFC5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3731" name="Notes Placeholder 2">
            <a:extLst>
              <a:ext uri="{FF2B5EF4-FFF2-40B4-BE49-F238E27FC236}">
                <a16:creationId xmlns:a16="http://schemas.microsoft.com/office/drawing/2014/main" id="{A7692DAF-5F70-4665-A9FC-F277A2A559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3732" name="Slide Number Placeholder 3">
            <a:extLst>
              <a:ext uri="{FF2B5EF4-FFF2-40B4-BE49-F238E27FC236}">
                <a16:creationId xmlns:a16="http://schemas.microsoft.com/office/drawing/2014/main" id="{D447C04C-BF05-48A5-8EDB-75341470A8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41B55FC-288F-456B-AB74-C60441674132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181EADC2-8922-4B64-B941-0F7C682FCC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E27A4482-AD2B-4569-A091-8DA39E687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861300C4-0217-4A3B-945C-F6FA2EB94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63C3A34-5299-4EF9-93B4-5479C7CFE902}" type="slidenum">
              <a:rPr lang="en-US" altLang="en-US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>
            <a:extLst>
              <a:ext uri="{FF2B5EF4-FFF2-40B4-BE49-F238E27FC236}">
                <a16:creationId xmlns:a16="http://schemas.microsoft.com/office/drawing/2014/main" id="{9C56B047-8DB2-4B94-B8A1-37DF4D21871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>
            <a:extLst>
              <a:ext uri="{FF2B5EF4-FFF2-40B4-BE49-F238E27FC236}">
                <a16:creationId xmlns:a16="http://schemas.microsoft.com/office/drawing/2014/main" id="{36EF4367-EA8F-4335-A29E-C788CFF553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7828" name="Slide Number Placeholder 3">
            <a:extLst>
              <a:ext uri="{FF2B5EF4-FFF2-40B4-BE49-F238E27FC236}">
                <a16:creationId xmlns:a16="http://schemas.microsoft.com/office/drawing/2014/main" id="{DC5EE77C-290F-48BB-A597-ED49D0E806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E71C402-3DE9-46AB-96BA-059C8D3B9A09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A38FA1E2-5AF5-4A0A-B813-B6C459C31A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26EE90E8-FD58-4ACD-8D99-6A43549D0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294F19FF-CE2B-4891-8860-C4D51A827D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A9FA6A-C106-45E7-9C12-4A3FBCE858EF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>
            <a:extLst>
              <a:ext uri="{FF2B5EF4-FFF2-40B4-BE49-F238E27FC236}">
                <a16:creationId xmlns:a16="http://schemas.microsoft.com/office/drawing/2014/main" id="{24D641C0-8A90-4CAC-87FA-B27C5D3088B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>
            <a:extLst>
              <a:ext uri="{FF2B5EF4-FFF2-40B4-BE49-F238E27FC236}">
                <a16:creationId xmlns:a16="http://schemas.microsoft.com/office/drawing/2014/main" id="{F8C922BD-8EE8-43BC-B42A-68EEB1BE23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1924" name="Slide Number Placeholder 3">
            <a:extLst>
              <a:ext uri="{FF2B5EF4-FFF2-40B4-BE49-F238E27FC236}">
                <a16:creationId xmlns:a16="http://schemas.microsoft.com/office/drawing/2014/main" id="{F87F81E4-BE73-4CDC-9CAE-8F8F7790E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0A14E69-45BB-4CFB-B0A8-5784CFCDFF19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Slide Image Placeholder 1">
            <a:extLst>
              <a:ext uri="{FF2B5EF4-FFF2-40B4-BE49-F238E27FC236}">
                <a16:creationId xmlns:a16="http://schemas.microsoft.com/office/drawing/2014/main" id="{EF339B5E-7937-400F-80B8-F2A787CD51B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3971" name="Notes Placeholder 2">
            <a:extLst>
              <a:ext uri="{FF2B5EF4-FFF2-40B4-BE49-F238E27FC236}">
                <a16:creationId xmlns:a16="http://schemas.microsoft.com/office/drawing/2014/main" id="{986A7999-A52D-4841-9B2B-338321A58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3972" name="Slide Number Placeholder 3">
            <a:extLst>
              <a:ext uri="{FF2B5EF4-FFF2-40B4-BE49-F238E27FC236}">
                <a16:creationId xmlns:a16="http://schemas.microsoft.com/office/drawing/2014/main" id="{F9BBBF51-A817-4AC6-9B05-BC62BCCD83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FE1BF54-3383-4003-9051-8A644E18E6A4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>
            <a:extLst>
              <a:ext uri="{FF2B5EF4-FFF2-40B4-BE49-F238E27FC236}">
                <a16:creationId xmlns:a16="http://schemas.microsoft.com/office/drawing/2014/main" id="{3B01DB62-2077-413C-A03F-796225BB3B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6019" name="Notes Placeholder 2">
            <a:extLst>
              <a:ext uri="{FF2B5EF4-FFF2-40B4-BE49-F238E27FC236}">
                <a16:creationId xmlns:a16="http://schemas.microsoft.com/office/drawing/2014/main" id="{37663704-DF5B-4114-8FAB-63F88D14FA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44160D65-CAFD-44C9-B4BD-7C8990E908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9A258BC-D0B0-4004-BD73-F9B95D987DA5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>
            <a:extLst>
              <a:ext uri="{FF2B5EF4-FFF2-40B4-BE49-F238E27FC236}">
                <a16:creationId xmlns:a16="http://schemas.microsoft.com/office/drawing/2014/main" id="{84EABDD9-1FAE-4078-AD76-BB35466C08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8067" name="Notes Placeholder 2">
            <a:extLst>
              <a:ext uri="{FF2B5EF4-FFF2-40B4-BE49-F238E27FC236}">
                <a16:creationId xmlns:a16="http://schemas.microsoft.com/office/drawing/2014/main" id="{325AF2B9-665A-416B-9A7B-B0E2B39B8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8068" name="Slide Number Placeholder 3">
            <a:extLst>
              <a:ext uri="{FF2B5EF4-FFF2-40B4-BE49-F238E27FC236}">
                <a16:creationId xmlns:a16="http://schemas.microsoft.com/office/drawing/2014/main" id="{DF667288-137F-4D0D-A5EB-8CD536C8A3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DD42384-6443-4B52-BC48-13B188A657BD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>
            <a:extLst>
              <a:ext uri="{FF2B5EF4-FFF2-40B4-BE49-F238E27FC236}">
                <a16:creationId xmlns:a16="http://schemas.microsoft.com/office/drawing/2014/main" id="{708DE5F9-65AA-426E-8DE9-A2559765085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0115" name="Notes Placeholder 2">
            <a:extLst>
              <a:ext uri="{FF2B5EF4-FFF2-40B4-BE49-F238E27FC236}">
                <a16:creationId xmlns:a16="http://schemas.microsoft.com/office/drawing/2014/main" id="{C351AE64-C5A7-4A4E-B91C-BE66F4D1A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0116" name="Slide Number Placeholder 3">
            <a:extLst>
              <a:ext uri="{FF2B5EF4-FFF2-40B4-BE49-F238E27FC236}">
                <a16:creationId xmlns:a16="http://schemas.microsoft.com/office/drawing/2014/main" id="{11C5E7A4-BA0E-40C1-ADE6-86D559556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807DC5A-EAAF-4E60-87AE-77EA0172F858}" type="slidenum">
              <a:rPr lang="en-US" altLang="en-US"/>
              <a:pPr>
                <a:spcBef>
                  <a:spcPct val="0"/>
                </a:spcBef>
              </a:pPr>
              <a:t>41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>
            <a:extLst>
              <a:ext uri="{FF2B5EF4-FFF2-40B4-BE49-F238E27FC236}">
                <a16:creationId xmlns:a16="http://schemas.microsoft.com/office/drawing/2014/main" id="{252EC0AF-01A9-44E5-901E-5A09F08B7D3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2163" name="Notes Placeholder 2">
            <a:extLst>
              <a:ext uri="{FF2B5EF4-FFF2-40B4-BE49-F238E27FC236}">
                <a16:creationId xmlns:a16="http://schemas.microsoft.com/office/drawing/2014/main" id="{55920973-D66E-4FB6-93D9-8D931F2B3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2164" name="Slide Number Placeholder 3">
            <a:extLst>
              <a:ext uri="{FF2B5EF4-FFF2-40B4-BE49-F238E27FC236}">
                <a16:creationId xmlns:a16="http://schemas.microsoft.com/office/drawing/2014/main" id="{B78762FB-8E4F-4479-9494-122B18BD9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0793E52-FD27-4C9A-9AB2-BC3D1F33AAD2}" type="slidenum">
              <a:rPr lang="en-US" altLang="en-US"/>
              <a:pPr>
                <a:spcBef>
                  <a:spcPct val="0"/>
                </a:spcBef>
              </a:pPr>
              <a:t>42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>
            <a:extLst>
              <a:ext uri="{FF2B5EF4-FFF2-40B4-BE49-F238E27FC236}">
                <a16:creationId xmlns:a16="http://schemas.microsoft.com/office/drawing/2014/main" id="{7B79D35A-F081-4AB9-B1C4-DC3925A607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4211" name="Notes Placeholder 2">
            <a:extLst>
              <a:ext uri="{FF2B5EF4-FFF2-40B4-BE49-F238E27FC236}">
                <a16:creationId xmlns:a16="http://schemas.microsoft.com/office/drawing/2014/main" id="{AB00D0F7-0729-4716-92C9-AB61E34CA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4212" name="Slide Number Placeholder 3">
            <a:extLst>
              <a:ext uri="{FF2B5EF4-FFF2-40B4-BE49-F238E27FC236}">
                <a16:creationId xmlns:a16="http://schemas.microsoft.com/office/drawing/2014/main" id="{6A6E4171-9B92-48B4-BFAF-EC3D845E74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647892C-CD46-4D05-B6FE-12DD618FB28A}" type="slidenum">
              <a:rPr lang="en-US" altLang="en-US"/>
              <a:pPr>
                <a:spcBef>
                  <a:spcPct val="0"/>
                </a:spcBef>
              </a:pPr>
              <a:t>43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Slide Image Placeholder 1">
            <a:extLst>
              <a:ext uri="{FF2B5EF4-FFF2-40B4-BE49-F238E27FC236}">
                <a16:creationId xmlns:a16="http://schemas.microsoft.com/office/drawing/2014/main" id="{CB81DCBD-983F-4678-A0DE-D29DB8CBB0E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6259" name="Notes Placeholder 2">
            <a:extLst>
              <a:ext uri="{FF2B5EF4-FFF2-40B4-BE49-F238E27FC236}">
                <a16:creationId xmlns:a16="http://schemas.microsoft.com/office/drawing/2014/main" id="{F046A43F-53FF-4118-9778-C462CA9C6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6260" name="Slide Number Placeholder 3">
            <a:extLst>
              <a:ext uri="{FF2B5EF4-FFF2-40B4-BE49-F238E27FC236}">
                <a16:creationId xmlns:a16="http://schemas.microsoft.com/office/drawing/2014/main" id="{0DF07A48-4DFF-459B-B8D4-4DCA46DB55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FF5A20A-9D2B-4DFC-9229-EDE090A65F23}" type="slidenum">
              <a:rPr lang="en-US" altLang="en-US"/>
              <a:pPr>
                <a:spcBef>
                  <a:spcPct val="0"/>
                </a:spcBef>
              </a:pPr>
              <a:t>44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Slide Image Placeholder 1">
            <a:extLst>
              <a:ext uri="{FF2B5EF4-FFF2-40B4-BE49-F238E27FC236}">
                <a16:creationId xmlns:a16="http://schemas.microsoft.com/office/drawing/2014/main" id="{D0B3FB42-B7B3-4558-A72D-5DD6CF5AA66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Notes Placeholder 2">
            <a:extLst>
              <a:ext uri="{FF2B5EF4-FFF2-40B4-BE49-F238E27FC236}">
                <a16:creationId xmlns:a16="http://schemas.microsoft.com/office/drawing/2014/main" id="{78466FF9-4678-4AC4-A5FB-1C511AAC9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8308" name="Slide Number Placeholder 3">
            <a:extLst>
              <a:ext uri="{FF2B5EF4-FFF2-40B4-BE49-F238E27FC236}">
                <a16:creationId xmlns:a16="http://schemas.microsoft.com/office/drawing/2014/main" id="{B9461603-4CD8-435E-94BA-F9A92E80B5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9482BBA-79FD-42DB-9DE9-539B5E64F1D7}" type="slidenum">
              <a:rPr lang="en-US" altLang="en-US"/>
              <a:pPr>
                <a:spcBef>
                  <a:spcPct val="0"/>
                </a:spcBef>
              </a:pPr>
              <a:t>45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Slide Image Placeholder 1">
            <a:extLst>
              <a:ext uri="{FF2B5EF4-FFF2-40B4-BE49-F238E27FC236}">
                <a16:creationId xmlns:a16="http://schemas.microsoft.com/office/drawing/2014/main" id="{E525636C-96B6-436A-8947-7B2517A80A7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0355" name="Notes Placeholder 2">
            <a:extLst>
              <a:ext uri="{FF2B5EF4-FFF2-40B4-BE49-F238E27FC236}">
                <a16:creationId xmlns:a16="http://schemas.microsoft.com/office/drawing/2014/main" id="{778C295C-9662-492B-833E-B89CE80ED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0356" name="Slide Number Placeholder 3">
            <a:extLst>
              <a:ext uri="{FF2B5EF4-FFF2-40B4-BE49-F238E27FC236}">
                <a16:creationId xmlns:a16="http://schemas.microsoft.com/office/drawing/2014/main" id="{FABEC628-3D20-4067-9987-8176CF902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DE6AAAF-E72D-4DD0-857B-46E777EED955}" type="slidenum">
              <a:rPr lang="en-US" altLang="en-US"/>
              <a:pPr>
                <a:spcBef>
                  <a:spcPct val="0"/>
                </a:spcBef>
              </a:pPr>
              <a:t>46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DA244A32-D5F2-4A24-94B2-E94D216A17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245998A-F120-44F6-9D82-1C5B208774ED}" type="slidenum">
              <a:rPr lang="en-US" altLang="en-US"/>
              <a:pPr>
                <a:spcBef>
                  <a:spcPct val="0"/>
                </a:spcBef>
              </a:pPr>
              <a:t>47</a:t>
            </a:fld>
            <a:endParaRPr lang="en-US" altLang="en-US"/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D9F9C893-F52A-4F22-8406-242A765A91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D0C9D8B8-064A-4C6A-AAF1-6B5596751A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4C207776-129E-455A-951B-A766F4C98F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4E2DF05-A7BF-4ABA-9404-386335A475E8}" type="slidenum">
              <a:rPr lang="en-US" altLang="en-US"/>
              <a:pPr>
                <a:spcBef>
                  <a:spcPct val="0"/>
                </a:spcBef>
              </a:pPr>
              <a:t>48</a:t>
            </a:fld>
            <a:endParaRPr lang="en-US" altLang="en-US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92B741E9-2EB7-4CEB-951C-693BBFA730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5CE9508D-5CF2-45AC-8A6D-E2AC1EA0CE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7E05B57F-09AF-4968-BAA8-8807EC6F6C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2FC4198-2F20-4CCC-B0DC-B0AC100C9108}" type="slidenum">
              <a:rPr lang="en-US" altLang="en-US"/>
              <a:pPr>
                <a:spcBef>
                  <a:spcPct val="0"/>
                </a:spcBef>
              </a:pPr>
              <a:t>49</a:t>
            </a:fld>
            <a:endParaRPr lang="en-US" altLang="en-US"/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E8C3EE2B-187F-4BF7-8E1C-016BDDFDE4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A7795DD7-4216-4301-96B7-D0F0C97C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F0D4AD4A-0B28-4E4A-972C-DC4D9C9414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730B973-BD1A-4254-ACCA-0E5ED4584858}" type="slidenum">
              <a:rPr lang="en-US" altLang="en-US"/>
              <a:pPr>
                <a:spcBef>
                  <a:spcPct val="0"/>
                </a:spcBef>
              </a:pPr>
              <a:t>50</a:t>
            </a:fld>
            <a:endParaRPr lang="en-US" altLang="en-US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63FC06BF-7F62-47BE-825B-7D277AAAFF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18E483C2-F1FE-4206-B2AF-280AED068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6FCAE76-CF58-46DB-8D9B-CAEF9C9FD1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2CE2A351-81B0-42B0-8B20-5A5CAE7C63A7}" type="slidenum">
              <a:rPr lang="en-US" altLang="en-US"/>
              <a:pPr>
                <a:spcBef>
                  <a:spcPct val="0"/>
                </a:spcBef>
              </a:pPr>
              <a:t>51</a:t>
            </a:fld>
            <a:endParaRPr lang="en-US" altLang="en-US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05EF60E9-C4C4-45D5-B903-ED359BE26D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84922680-4864-449D-A61E-CD1E5A1EE8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EC" altLang="en-US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Slide Image Placeholder 1">
            <a:extLst>
              <a:ext uri="{FF2B5EF4-FFF2-40B4-BE49-F238E27FC236}">
                <a16:creationId xmlns:a16="http://schemas.microsoft.com/office/drawing/2014/main" id="{7F59FFB0-F3BC-421C-ABCA-A99827F0483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2643" name="Notes Placeholder 2">
            <a:extLst>
              <a:ext uri="{FF2B5EF4-FFF2-40B4-BE49-F238E27FC236}">
                <a16:creationId xmlns:a16="http://schemas.microsoft.com/office/drawing/2014/main" id="{197A0316-B6C6-4B69-BF45-E0F093044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2644" name="Slide Number Placeholder 3">
            <a:extLst>
              <a:ext uri="{FF2B5EF4-FFF2-40B4-BE49-F238E27FC236}">
                <a16:creationId xmlns:a16="http://schemas.microsoft.com/office/drawing/2014/main" id="{EEB8A419-FAA7-4541-AAE3-80B57CD110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398D476-4A00-4C03-8052-10F7EC80F31C}" type="slidenum">
              <a:rPr lang="en-US" altLang="en-US"/>
              <a:pPr>
                <a:spcBef>
                  <a:spcPct val="0"/>
                </a:spcBef>
              </a:pPr>
              <a:t>52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Slide Image Placeholder 1">
            <a:extLst>
              <a:ext uri="{FF2B5EF4-FFF2-40B4-BE49-F238E27FC236}">
                <a16:creationId xmlns:a16="http://schemas.microsoft.com/office/drawing/2014/main" id="{DFA989A2-0FB5-4742-A17E-BADE16FFA90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4691" name="Notes Placeholder 2">
            <a:extLst>
              <a:ext uri="{FF2B5EF4-FFF2-40B4-BE49-F238E27FC236}">
                <a16:creationId xmlns:a16="http://schemas.microsoft.com/office/drawing/2014/main" id="{0F5AE06E-8B1A-4C70-A81C-BB3678AFB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4692" name="Slide Number Placeholder 3">
            <a:extLst>
              <a:ext uri="{FF2B5EF4-FFF2-40B4-BE49-F238E27FC236}">
                <a16:creationId xmlns:a16="http://schemas.microsoft.com/office/drawing/2014/main" id="{BD9FE5BF-7B94-4D7F-9149-41E25F352C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57BD656-87E6-4AA1-A7A8-E739B559C893}" type="slidenum">
              <a:rPr lang="en-US" altLang="en-US"/>
              <a:pPr>
                <a:spcBef>
                  <a:spcPct val="0"/>
                </a:spcBef>
              </a:pPr>
              <a:t>53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Slide Image Placeholder 1">
            <a:extLst>
              <a:ext uri="{FF2B5EF4-FFF2-40B4-BE49-F238E27FC236}">
                <a16:creationId xmlns:a16="http://schemas.microsoft.com/office/drawing/2014/main" id="{C7997824-F29E-40C7-9F21-6F84DDF90A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6739" name="Notes Placeholder 2">
            <a:extLst>
              <a:ext uri="{FF2B5EF4-FFF2-40B4-BE49-F238E27FC236}">
                <a16:creationId xmlns:a16="http://schemas.microsoft.com/office/drawing/2014/main" id="{BE87A774-6009-4ECF-93EC-6B5058AB1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6740" name="Slide Number Placeholder 3">
            <a:extLst>
              <a:ext uri="{FF2B5EF4-FFF2-40B4-BE49-F238E27FC236}">
                <a16:creationId xmlns:a16="http://schemas.microsoft.com/office/drawing/2014/main" id="{63F272CB-63FE-42D1-9ABD-9775011FF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40574DB-1017-4071-A6E3-8293185F743F}" type="slidenum">
              <a:rPr lang="en-US" altLang="en-US"/>
              <a:pPr>
                <a:spcBef>
                  <a:spcPct val="0"/>
                </a:spcBef>
              </a:pPr>
              <a:t>54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Slide Image Placeholder 1">
            <a:extLst>
              <a:ext uri="{FF2B5EF4-FFF2-40B4-BE49-F238E27FC236}">
                <a16:creationId xmlns:a16="http://schemas.microsoft.com/office/drawing/2014/main" id="{D6FF1D1E-8475-4D8D-BF1A-03FA8B5AD2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18787" name="Notes Placeholder 2">
            <a:extLst>
              <a:ext uri="{FF2B5EF4-FFF2-40B4-BE49-F238E27FC236}">
                <a16:creationId xmlns:a16="http://schemas.microsoft.com/office/drawing/2014/main" id="{C769DEC3-9679-4463-AE9D-213178226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8788" name="Slide Number Placeholder 3">
            <a:extLst>
              <a:ext uri="{FF2B5EF4-FFF2-40B4-BE49-F238E27FC236}">
                <a16:creationId xmlns:a16="http://schemas.microsoft.com/office/drawing/2014/main" id="{07918C10-AE57-4962-BF7F-5F928F8750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78D5735-4855-4554-8C85-6DDE98FEB5BC}" type="slidenum">
              <a:rPr lang="en-US" altLang="en-US"/>
              <a:pPr>
                <a:spcBef>
                  <a:spcPct val="0"/>
                </a:spcBef>
              </a:pPr>
              <a:t>55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Slide Image Placeholder 1">
            <a:extLst>
              <a:ext uri="{FF2B5EF4-FFF2-40B4-BE49-F238E27FC236}">
                <a16:creationId xmlns:a16="http://schemas.microsoft.com/office/drawing/2014/main" id="{D2AF2899-AE65-4115-8D69-1C85A27F06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0835" name="Notes Placeholder 2">
            <a:extLst>
              <a:ext uri="{FF2B5EF4-FFF2-40B4-BE49-F238E27FC236}">
                <a16:creationId xmlns:a16="http://schemas.microsoft.com/office/drawing/2014/main" id="{AB095645-1FD3-4A08-8F4D-B07248127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0836" name="Slide Number Placeholder 3">
            <a:extLst>
              <a:ext uri="{FF2B5EF4-FFF2-40B4-BE49-F238E27FC236}">
                <a16:creationId xmlns:a16="http://schemas.microsoft.com/office/drawing/2014/main" id="{06E94012-5568-42D9-95AD-DF4771912B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4F36496-1A11-4499-AAA7-BAFFFA61C09E}" type="slidenum">
              <a:rPr lang="en-US" altLang="en-US"/>
              <a:pPr>
                <a:spcBef>
                  <a:spcPct val="0"/>
                </a:spcBef>
              </a:pPr>
              <a:t>56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Slide Image Placeholder 1">
            <a:extLst>
              <a:ext uri="{FF2B5EF4-FFF2-40B4-BE49-F238E27FC236}">
                <a16:creationId xmlns:a16="http://schemas.microsoft.com/office/drawing/2014/main" id="{E4F95187-8B62-4139-AC58-01A93DCCFC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883" name="Notes Placeholder 2">
            <a:extLst>
              <a:ext uri="{FF2B5EF4-FFF2-40B4-BE49-F238E27FC236}">
                <a16:creationId xmlns:a16="http://schemas.microsoft.com/office/drawing/2014/main" id="{9A2E4347-6FFA-46A1-842C-485C82838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2884" name="Slide Number Placeholder 3">
            <a:extLst>
              <a:ext uri="{FF2B5EF4-FFF2-40B4-BE49-F238E27FC236}">
                <a16:creationId xmlns:a16="http://schemas.microsoft.com/office/drawing/2014/main" id="{19465075-E599-4351-93C7-7AC7405B77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1E75527-7E0C-49C8-86FE-464058E55BE6}" type="slidenum">
              <a:rPr lang="en-US" altLang="en-US"/>
              <a:pPr>
                <a:spcBef>
                  <a:spcPct val="0"/>
                </a:spcBef>
              </a:pPr>
              <a:t>57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Slide Image Placeholder 1">
            <a:extLst>
              <a:ext uri="{FF2B5EF4-FFF2-40B4-BE49-F238E27FC236}">
                <a16:creationId xmlns:a16="http://schemas.microsoft.com/office/drawing/2014/main" id="{CB5B1B48-62C6-44FE-A27C-682BD4C21C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4931" name="Notes Placeholder 2">
            <a:extLst>
              <a:ext uri="{FF2B5EF4-FFF2-40B4-BE49-F238E27FC236}">
                <a16:creationId xmlns:a16="http://schemas.microsoft.com/office/drawing/2014/main" id="{A5B86246-4427-4603-ADA8-070817616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4932" name="Slide Number Placeholder 3">
            <a:extLst>
              <a:ext uri="{FF2B5EF4-FFF2-40B4-BE49-F238E27FC236}">
                <a16:creationId xmlns:a16="http://schemas.microsoft.com/office/drawing/2014/main" id="{65A50F6A-5CA0-4D1D-A419-6F21B86AC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B2F1AAB-D149-49B5-872F-736CA721BEE6}" type="slidenum">
              <a:rPr lang="en-US" altLang="en-US"/>
              <a:pPr>
                <a:spcBef>
                  <a:spcPct val="0"/>
                </a:spcBef>
              </a:pPr>
              <a:t>58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Slide Image Placeholder 1">
            <a:extLst>
              <a:ext uri="{FF2B5EF4-FFF2-40B4-BE49-F238E27FC236}">
                <a16:creationId xmlns:a16="http://schemas.microsoft.com/office/drawing/2014/main" id="{1D53C950-680E-4483-B84D-E793816BA77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6979" name="Notes Placeholder 2">
            <a:extLst>
              <a:ext uri="{FF2B5EF4-FFF2-40B4-BE49-F238E27FC236}">
                <a16:creationId xmlns:a16="http://schemas.microsoft.com/office/drawing/2014/main" id="{5D5EA9EF-05AC-41DB-B16F-89EB19D7FD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6980" name="Slide Number Placeholder 3">
            <a:extLst>
              <a:ext uri="{FF2B5EF4-FFF2-40B4-BE49-F238E27FC236}">
                <a16:creationId xmlns:a16="http://schemas.microsoft.com/office/drawing/2014/main" id="{91BA1845-F16B-473D-9245-1FCC4443D6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C8A696B-31A9-4695-BEC8-CAFF455F47DC}" type="slidenum">
              <a:rPr lang="en-US" altLang="en-US"/>
              <a:pPr>
                <a:spcBef>
                  <a:spcPct val="0"/>
                </a:spcBef>
              </a:pPr>
              <a:t>59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Slide Image Placeholder 1">
            <a:extLst>
              <a:ext uri="{FF2B5EF4-FFF2-40B4-BE49-F238E27FC236}">
                <a16:creationId xmlns:a16="http://schemas.microsoft.com/office/drawing/2014/main" id="{E63C1D1D-675C-4296-9473-C50A8EB0B0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9027" name="Notes Placeholder 2">
            <a:extLst>
              <a:ext uri="{FF2B5EF4-FFF2-40B4-BE49-F238E27FC236}">
                <a16:creationId xmlns:a16="http://schemas.microsoft.com/office/drawing/2014/main" id="{0EC4092E-164B-416D-89FE-9D0D5ECF2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29028" name="Slide Number Placeholder 3">
            <a:extLst>
              <a:ext uri="{FF2B5EF4-FFF2-40B4-BE49-F238E27FC236}">
                <a16:creationId xmlns:a16="http://schemas.microsoft.com/office/drawing/2014/main" id="{113A098F-3E90-418F-84D1-9BBBEC58D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C29DB08E-22D6-46AA-81E0-DB63C361007F}" type="slidenum">
              <a:rPr lang="en-US" altLang="en-US"/>
              <a:pPr>
                <a:spcBef>
                  <a:spcPct val="0"/>
                </a:spcBef>
              </a:pPr>
              <a:t>60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Slide Image Placeholder 1">
            <a:extLst>
              <a:ext uri="{FF2B5EF4-FFF2-40B4-BE49-F238E27FC236}">
                <a16:creationId xmlns:a16="http://schemas.microsoft.com/office/drawing/2014/main" id="{7C2A7F20-FAB9-4864-91D9-E561EA8E59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1075" name="Notes Placeholder 2">
            <a:extLst>
              <a:ext uri="{FF2B5EF4-FFF2-40B4-BE49-F238E27FC236}">
                <a16:creationId xmlns:a16="http://schemas.microsoft.com/office/drawing/2014/main" id="{74EBC7B4-F253-4E53-87F1-D8E7E48F05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31076" name="Slide Number Placeholder 3">
            <a:extLst>
              <a:ext uri="{FF2B5EF4-FFF2-40B4-BE49-F238E27FC236}">
                <a16:creationId xmlns:a16="http://schemas.microsoft.com/office/drawing/2014/main" id="{DD677C14-E094-4451-A9F8-F64C9EE94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F83AF67-DAF4-47ED-8FFD-10D7E7485358}" type="slidenum">
              <a:rPr lang="en-US" altLang="en-US"/>
              <a:pPr>
                <a:spcBef>
                  <a:spcPct val="0"/>
                </a:spcBef>
              </a:pPr>
              <a:t>61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B7A7FD5F-28C2-4221-A28F-D2A04A0BA0D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985F5003-1B4F-47AE-8B3B-C56A9BC50A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D4A2F2F4-6DCD-478D-8709-27FA7578B2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4D05470-5F2A-4B81-ADB1-E7A6C9D4B8E1}" type="slidenum">
              <a:rPr lang="en-US" altLang="en-US"/>
              <a:pPr>
                <a:spcBef>
                  <a:spcPct val="0"/>
                </a:spcBef>
              </a:pPr>
              <a:t>62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B377E79D-02A7-4D37-96D4-CAE795C78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0088E037-8428-40C9-B9FF-ADA4B9E44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>
            <a:extLst>
              <a:ext uri="{FF2B5EF4-FFF2-40B4-BE49-F238E27FC236}">
                <a16:creationId xmlns:a16="http://schemas.microsoft.com/office/drawing/2014/main" id="{12558DC8-B2EF-4BCE-B69F-1ECEAD9F2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895600"/>
            <a:ext cx="9144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>
                <a:solidFill>
                  <a:srgbClr val="0045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Programming in C++</a:t>
            </a:r>
          </a:p>
          <a:p>
            <a:pPr algn="ctr" eaLnBrk="1" hangingPunct="1"/>
            <a:r>
              <a:rPr lang="en-US" altLang="en-US" sz="3200">
                <a:solidFill>
                  <a:srgbClr val="0045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Seventh Edition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F6C207-E245-4429-AB77-2B765A3BA82E}"/>
              </a:ext>
            </a:extLst>
          </p:cNvPr>
          <p:cNvCxnSpPr/>
          <p:nvPr/>
        </p:nvCxnSpPr>
        <p:spPr bwMode="auto">
          <a:xfrm>
            <a:off x="1828800" y="4343400"/>
            <a:ext cx="54864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B0A4FBC-F77C-4682-A32F-8B0E4A875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713288"/>
            <a:ext cx="82296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610476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F04E7E3-FDC8-46AB-A7A5-E670E219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229978E-ED0A-4B0A-95CD-EE7FEB57EED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7C4D18-5BCC-4D03-9C3A-32714869DB9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958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34E870B-F093-4688-8CB4-B0A982DDD720}"/>
              </a:ext>
            </a:extLst>
          </p:cNvPr>
          <p:cNvSpPr>
            <a:spLocks/>
          </p:cNvSpPr>
          <p:nvPr/>
        </p:nvSpPr>
        <p:spPr bwMode="auto">
          <a:xfrm>
            <a:off x="609600" y="152400"/>
            <a:ext cx="8077200" cy="11430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/>
            <a:r>
              <a:rPr lang="en-US" altLang="en-US" sz="3600">
                <a:solidFill>
                  <a:schemeClr val="tx1"/>
                </a:solidFill>
                <a:latin typeface="Trebuchet MS" panose="020B0603020202020204" pitchFamily="34" charset="0"/>
              </a:rPr>
              <a:t>Click to edit Master 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ound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1868EB-9837-401C-AA86-AE6B1056A4E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3BF974E-7C1F-49C1-BCAC-BEFD9A3EB3C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DC4E8E2-3EF5-4054-8F89-32C9732BCE8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28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6400"/>
            <a:ext cx="39624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57B0F98-BA7D-4707-A2FD-D4A49BCE20E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6F057AE-EC29-4B2A-A8D6-9C25FDAA086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4695F-F594-49DF-BC63-A78AC14967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47061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74CEFEF-88AE-43A3-B567-B6312FA60B4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69AEEF5-B918-4C98-B2B8-C728640EB0D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4AF2D0-FEE7-46A8-BC94-8AA7BBEC215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4685677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DD828B0-F367-4689-A1DB-7E01B067228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908772D-EBE5-4662-ACEB-05B9C619A97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1032CF-3D92-4F67-AEC3-7459C61EF27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5984915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DCBE162E-CA54-4791-8FD9-E99713D7496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C43A02D-5F50-4B9B-B04E-E5B31EC79B3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59D941-F24D-4B14-B561-F1DAA182B9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650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47800"/>
            <a:ext cx="5111750" cy="46783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186380-CB11-49E2-B80B-D73BF275316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7FCFC3E-031F-41A0-B40E-36B22D6EB60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3A1FC5-EC76-4ABA-916A-A4B69607A4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473156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ound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DD70AB-7A03-4F4B-84B9-210A6B11B7B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9B06017-09B0-4B1F-9FD8-AD4F49D7470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EE8E40-12EF-4214-BDA9-C1FA3B620F0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9424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8077200" cy="1143000"/>
          </a:xfrm>
          <a:prstGeom prst="roundRect">
            <a:avLst/>
          </a:prstGeom>
        </p:spPr>
        <p:txBody>
          <a:bodyPr/>
          <a:lstStyle>
            <a:lvl1pPr>
              <a:defRPr>
                <a:solidFill>
                  <a:srgbClr val="16489A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5EE3BB5-B134-4258-B7B8-B0DF1595851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680858F-E649-4E3D-BDFF-3E37593A98E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123832-5F77-4EBB-841A-2C9233C13EB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670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1300" y="381000"/>
            <a:ext cx="2019300" cy="5867400"/>
          </a:xfrm>
          <a:prstGeom prst="round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381000"/>
            <a:ext cx="59055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CCFB202-E7D0-456F-A2DD-43E1F04DE1D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5F824AB-7E05-4E5D-AF92-7ADE5C4BD88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360C63-1403-4F81-880D-4A3D53F3F2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80502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2D5D3C61-EABB-41B7-AC5D-0C508F75EC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D4A99263-89A6-4EC6-9284-175844479C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0"/>
            <a:ext cx="4800600" cy="251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9">
            <a:extLst>
              <a:ext uri="{FF2B5EF4-FFF2-40B4-BE49-F238E27FC236}">
                <a16:creationId xmlns:a16="http://schemas.microsoft.com/office/drawing/2014/main" id="{AE96E331-BAFA-492A-9275-63289EE14FE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2895600"/>
            <a:ext cx="91440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sz="3200">
                <a:solidFill>
                  <a:srgbClr val="0045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Programming in C++</a:t>
            </a:r>
          </a:p>
          <a:p>
            <a:pPr algn="ctr" eaLnBrk="1" hangingPunct="1"/>
            <a:r>
              <a:rPr lang="en-US" altLang="en-US" sz="3200">
                <a:solidFill>
                  <a:srgbClr val="0045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Eighth Edition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F88E020-BD2F-4B13-87A4-F0F3B78ED28A}"/>
              </a:ext>
            </a:extLst>
          </p:cNvPr>
          <p:cNvCxnSpPr/>
          <p:nvPr userDrawn="1"/>
        </p:nvCxnSpPr>
        <p:spPr bwMode="auto">
          <a:xfrm>
            <a:off x="1828800" y="4343400"/>
            <a:ext cx="54864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BD289D5-D72E-48C2-8596-91503106B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73" y="4641272"/>
            <a:ext cx="82296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43568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>
            <a:extLst>
              <a:ext uri="{FF2B5EF4-FFF2-40B4-BE49-F238E27FC236}">
                <a16:creationId xmlns:a16="http://schemas.microsoft.com/office/drawing/2014/main" id="{C392D92F-0ADF-45E0-8323-55A9B2110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FBD1C4D0-AF39-41BF-83E5-E78DDABF47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3400" y="1524000"/>
            <a:ext cx="80772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8A3CC32-B615-4D29-94F0-7AD8AACBCEE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33400" y="6324600"/>
            <a:ext cx="586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tx1"/>
                </a:solidFill>
                <a:latin typeface="Arial" charset="0"/>
                <a:ea typeface="ＭＳ Ｐゴシック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An Introduction to Programming with C++, Seventh Edition</a:t>
            </a:r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1AC66A9-3675-4079-96AD-A30487780F5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20574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5E1181B-A395-4B05-A615-D43E1EAA714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2" name="Title Placeholder 7">
            <a:extLst>
              <a:ext uri="{FF2B5EF4-FFF2-40B4-BE49-F238E27FC236}">
                <a16:creationId xmlns:a16="http://schemas.microsoft.com/office/drawing/2014/main" id="{669BEB08-F1D6-4485-B3ED-27FD35DF4D2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15240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1" name="TextBox 2">
            <a:extLst>
              <a:ext uri="{FF2B5EF4-FFF2-40B4-BE49-F238E27FC236}">
                <a16:creationId xmlns:a16="http://schemas.microsoft.com/office/drawing/2014/main" id="{E8CB4A90-0FB7-426E-A1CE-41B6D5A6CC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59400" y="6324600"/>
            <a:ext cx="2768600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FFFFFF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800">
                <a:solidFill>
                  <a:schemeClr val="tx1"/>
                </a:solidFill>
              </a:rPr>
              <a:t>© 2016 Cengage Learning®. May not be scanned, copied or duplicated, or posted to a publicly accessible website, in whole or in part.</a:t>
            </a:r>
          </a:p>
          <a:p>
            <a:pPr eaLnBrk="1" hangingPunct="1"/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8" r:id="rId1"/>
    <p:sldLayoutId id="2147484019" r:id="rId2"/>
    <p:sldLayoutId id="2147484029" r:id="rId3"/>
    <p:sldLayoutId id="2147484020" r:id="rId4"/>
    <p:sldLayoutId id="2147484021" r:id="rId5"/>
    <p:sldLayoutId id="2147484022" r:id="rId6"/>
    <p:sldLayoutId id="2147484023" r:id="rId7"/>
    <p:sldLayoutId id="2147484024" r:id="rId8"/>
    <p:sldLayoutId id="2147484025" r:id="rId9"/>
    <p:sldLayoutId id="2147484026" r:id="rId10"/>
    <p:sldLayoutId id="2147484027" r:id="rId11"/>
    <p:sldLayoutId id="2147484030" r:id="rId12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rebuchet MS" pitchFamily="34" charset="0"/>
          <a:ea typeface="ＭＳ Ｐゴシック" charset="-128"/>
          <a:cs typeface="ＭＳ Ｐゴシック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>
          <a:solidFill>
            <a:srgbClr val="22222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600">
          <a:solidFill>
            <a:srgbClr val="222222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rgbClr val="222222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200">
          <a:solidFill>
            <a:srgbClr val="222222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rgbClr val="222222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  <a:ea typeface="ＭＳ Ｐゴシック" charset="-128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AEF1EF20-A351-4E7C-B1F3-4EDED1A951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71328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16489A"/>
                </a:solidFill>
                <a:latin typeface="Trebuchet MS" panose="020B0603020202020204" pitchFamily="34" charset="0"/>
              </a:rPr>
              <a:t>Chapter 5: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dirty="0">
                <a:solidFill>
                  <a:srgbClr val="16489A"/>
                </a:solidFill>
                <a:latin typeface="Trebuchet MS" panose="020B0603020202020204" pitchFamily="34" charset="0"/>
              </a:rPr>
              <a:t>The Selection 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>
            <a:extLst>
              <a:ext uri="{FF2B5EF4-FFF2-40B4-BE49-F238E27FC236}">
                <a16:creationId xmlns:a16="http://schemas.microsoft.com/office/drawing/2014/main" id="{F3D49C63-597C-4895-BAEE-86952562C5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Include the selection structure in pseudocode and in a flowchart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Code a selection structure using 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if</a:t>
            </a:r>
            <a:r>
              <a:rPr lang="en-US" altLang="en-US">
                <a:ea typeface="ＭＳ Ｐゴシック" panose="020B0600070205080204" pitchFamily="34" charset="-128"/>
              </a:rPr>
              <a:t> statement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Include comparison operators in a selection structure’s condition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Include logical operators in a selection structure’s condition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Temporarily convert a character to either uppercase or lowercase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Format numeric output </a:t>
            </a: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967F5A2B-9AB3-4A9C-83D5-2279CB6134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Objectives</a:t>
            </a:r>
          </a:p>
        </p:txBody>
      </p:sp>
      <p:sp>
        <p:nvSpPr>
          <p:cNvPr id="9220" name="Footer Placeholder 3">
            <a:extLst>
              <a:ext uri="{FF2B5EF4-FFF2-40B4-BE49-F238E27FC236}">
                <a16:creationId xmlns:a16="http://schemas.microsoft.com/office/drawing/2014/main" id="{E6FC7F47-6F9C-41EE-B99C-E17BC80E16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EBC50E7A-AFF4-4297-829B-6C269040CB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9C02E4-F6BC-419B-94E1-C6A19324C46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41B05E6D-6C31-49F6-98DD-1134BA5980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With only the sequence structure, all instructions are executed in order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</a:t>
            </a:r>
            <a:r>
              <a:rPr lang="en-US" altLang="en-US" b="1">
                <a:ea typeface="ＭＳ Ｐゴシック" panose="020B0600070205080204" pitchFamily="34" charset="-128"/>
              </a:rPr>
              <a:t> selection structure </a:t>
            </a:r>
            <a:r>
              <a:rPr lang="en-US" altLang="en-US">
                <a:ea typeface="ＭＳ Ｐゴシック" panose="020B0600070205080204" pitchFamily="34" charset="-128"/>
              </a:rPr>
              <a:t>is needed when a decision must be made (based on some condition) before selecting an instruction to execute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selection structure’s condition must be phrased as a Boolean expression (evaluates to true or false)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E6B5B817-3CEE-467C-8AA0-08014AC5E7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Making Decisions</a:t>
            </a:r>
          </a:p>
        </p:txBody>
      </p:sp>
      <p:sp>
        <p:nvSpPr>
          <p:cNvPr id="11268" name="Footer Placeholder 3">
            <a:extLst>
              <a:ext uri="{FF2B5EF4-FFF2-40B4-BE49-F238E27FC236}">
                <a16:creationId xmlns:a16="http://schemas.microsoft.com/office/drawing/2014/main" id="{EEF8891D-3AF6-4590-8D3F-19351FEE8C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269" name="Slide Number Placeholder 4">
            <a:extLst>
              <a:ext uri="{FF2B5EF4-FFF2-40B4-BE49-F238E27FC236}">
                <a16:creationId xmlns:a16="http://schemas.microsoft.com/office/drawing/2014/main" id="{59957352-8B88-4045-B7AA-C09E1D035A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C48F544-2AA1-483A-9E40-7E06E28ADC76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>
            <a:extLst>
              <a:ext uri="{FF2B5EF4-FFF2-40B4-BE49-F238E27FC236}">
                <a16:creationId xmlns:a16="http://schemas.microsoft.com/office/drawing/2014/main" id="{E041C25B-798D-404E-8F7E-FEF2543339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07988" y="1628775"/>
            <a:ext cx="8350250" cy="4554538"/>
          </a:xfrm>
        </p:spPr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Single-alternative selection structure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Set of instructions is executed only if condition evaluates to true 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Dual-alternative selection structure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Executes different sets of instructions based on whether condition evaluates to true or false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True path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Instructions followed when condition evaluates to true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False path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Instructions followed when condition evaluates to false</a:t>
            </a: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8C637224-C06E-43CC-B472-B7AE4DC540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Making Decisions (cont’d.)</a:t>
            </a:r>
          </a:p>
        </p:txBody>
      </p:sp>
      <p:sp>
        <p:nvSpPr>
          <p:cNvPr id="13316" name="Footer Placeholder 3">
            <a:extLst>
              <a:ext uri="{FF2B5EF4-FFF2-40B4-BE49-F238E27FC236}">
                <a16:creationId xmlns:a16="http://schemas.microsoft.com/office/drawing/2014/main" id="{5178E8E8-F265-4C20-9EFC-6A50DC7559D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317" name="Slide Number Placeholder 4">
            <a:extLst>
              <a:ext uri="{FF2B5EF4-FFF2-40B4-BE49-F238E27FC236}">
                <a16:creationId xmlns:a16="http://schemas.microsoft.com/office/drawing/2014/main" id="{8A3FD307-B275-4239-86DE-721300A72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DC4D29-A77F-4F5E-81A8-DBE50983359E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A6158BE3-3DE9-4167-B4A4-20C5005CE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Making Decisions (cont’d.)</a:t>
            </a:r>
          </a:p>
        </p:txBody>
      </p:sp>
      <p:sp>
        <p:nvSpPr>
          <p:cNvPr id="15363" name="Footer Placeholder 3">
            <a:extLst>
              <a:ext uri="{FF2B5EF4-FFF2-40B4-BE49-F238E27FC236}">
                <a16:creationId xmlns:a16="http://schemas.microsoft.com/office/drawing/2014/main" id="{DE2D5671-214A-4E60-A11D-4027CC79A1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5364" name="Slide Number Placeholder 4">
            <a:extLst>
              <a:ext uri="{FF2B5EF4-FFF2-40B4-BE49-F238E27FC236}">
                <a16:creationId xmlns:a16="http://schemas.microsoft.com/office/drawing/2014/main" id="{A12F144C-BAAC-4C9C-AFA2-3A87F43C33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EFBD72-7E76-49E7-B471-7018F491E85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365" name="Rectangle 7">
            <a:extLst>
              <a:ext uri="{FF2B5EF4-FFF2-40B4-BE49-F238E27FC236}">
                <a16:creationId xmlns:a16="http://schemas.microsoft.com/office/drawing/2014/main" id="{8E85EEBD-2D90-4105-9457-ACE193885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488" y="5681663"/>
            <a:ext cx="66897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5-1 A problem that requires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sequence structure only</a:t>
            </a:r>
          </a:p>
        </p:txBody>
      </p:sp>
      <p:pic>
        <p:nvPicPr>
          <p:cNvPr id="15366" name="Picture 6">
            <a:extLst>
              <a:ext uri="{FF2B5EF4-FFF2-40B4-BE49-F238E27FC236}">
                <a16:creationId xmlns:a16="http://schemas.microsoft.com/office/drawing/2014/main" id="{4E1A6B71-6E4E-4435-BB07-134A9EF30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1331913"/>
            <a:ext cx="50165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EA51C45C-BEFB-4A23-9393-D104293E9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Making Decisions (cont’d.)</a:t>
            </a:r>
          </a:p>
        </p:txBody>
      </p:sp>
      <p:sp>
        <p:nvSpPr>
          <p:cNvPr id="17411" name="Footer Placeholder 3">
            <a:extLst>
              <a:ext uri="{FF2B5EF4-FFF2-40B4-BE49-F238E27FC236}">
                <a16:creationId xmlns:a16="http://schemas.microsoft.com/office/drawing/2014/main" id="{81F47B16-4C48-4C0B-8950-C0A5898134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7412" name="Slide Number Placeholder 4">
            <a:extLst>
              <a:ext uri="{FF2B5EF4-FFF2-40B4-BE49-F238E27FC236}">
                <a16:creationId xmlns:a16="http://schemas.microsoft.com/office/drawing/2014/main" id="{06A1687A-D9D9-4D08-97E5-849F7CB432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2CB96B-4A15-4E7A-ABAF-F70098824F5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413" name="Rectangle 7">
            <a:extLst>
              <a:ext uri="{FF2B5EF4-FFF2-40B4-BE49-F238E27FC236}">
                <a16:creationId xmlns:a16="http://schemas.microsoft.com/office/drawing/2014/main" id="{F4545FB1-CDAB-4370-A3C4-379F266D0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7613" y="5335588"/>
            <a:ext cx="66897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5-2 A problem that requires the sequence structure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a single-alternative selection structure</a:t>
            </a:r>
          </a:p>
        </p:txBody>
      </p:sp>
      <p:pic>
        <p:nvPicPr>
          <p:cNvPr id="17414" name="Picture 7">
            <a:extLst>
              <a:ext uri="{FF2B5EF4-FFF2-40B4-BE49-F238E27FC236}">
                <a16:creationId xmlns:a16="http://schemas.microsoft.com/office/drawing/2014/main" id="{22CF7F16-A4E5-4B3D-95AF-F894CD657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8738" y="1765300"/>
            <a:ext cx="6486525" cy="332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7B90C72B-72FD-45E6-8ABA-C0135FA60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Making Decisions (cont’d.)</a:t>
            </a:r>
          </a:p>
        </p:txBody>
      </p:sp>
      <p:sp>
        <p:nvSpPr>
          <p:cNvPr id="19459" name="Footer Placeholder 3">
            <a:extLst>
              <a:ext uri="{FF2B5EF4-FFF2-40B4-BE49-F238E27FC236}">
                <a16:creationId xmlns:a16="http://schemas.microsoft.com/office/drawing/2014/main" id="{F16A94C3-6398-4836-B4E5-E7E5E0F69B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9460" name="Slide Number Placeholder 4">
            <a:extLst>
              <a:ext uri="{FF2B5EF4-FFF2-40B4-BE49-F238E27FC236}">
                <a16:creationId xmlns:a16="http://schemas.microsoft.com/office/drawing/2014/main" id="{79F83D6F-7EFE-4489-8EA9-27869EED01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6944C7-0053-4FFC-90DD-349454A0AA7C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461" name="Rectangle 7">
            <a:extLst>
              <a:ext uri="{FF2B5EF4-FFF2-40B4-BE49-F238E27FC236}">
                <a16:creationId xmlns:a16="http://schemas.microsoft.com/office/drawing/2014/main" id="{AC6865DA-845E-4406-9CE7-AEFBECFF9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5640388"/>
            <a:ext cx="72723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5-3 A problem that requires the sequence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structure and a dual-alternative selection structure</a:t>
            </a:r>
          </a:p>
        </p:txBody>
      </p:sp>
      <p:pic>
        <p:nvPicPr>
          <p:cNvPr id="19462" name="Picture 7">
            <a:extLst>
              <a:ext uri="{FF2B5EF4-FFF2-40B4-BE49-F238E27FC236}">
                <a16:creationId xmlns:a16="http://schemas.microsoft.com/office/drawing/2014/main" id="{7780E81E-EAAC-4245-8920-BA920C74B0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13" y="1319213"/>
            <a:ext cx="4637087" cy="426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>
            <a:extLst>
              <a:ext uri="{FF2B5EF4-FFF2-40B4-BE49-F238E27FC236}">
                <a16:creationId xmlns:a16="http://schemas.microsoft.com/office/drawing/2014/main" id="{EDC3D8AD-8935-4D34-926D-5F50E8B946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Recall from Chapter 2: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Oval = start/stop symbol; rectangle = process symbol; parallelogram = input/output symbol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Diamond symbol is called </a:t>
            </a:r>
            <a:r>
              <a:rPr lang="en-US" altLang="en-US" b="1">
                <a:ea typeface="ＭＳ Ｐゴシック" panose="020B0600070205080204" pitchFamily="34" charset="-128"/>
              </a:rPr>
              <a:t>decision symbol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Used to represent condition (decision) in selection and repetition structures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Selection structures have one flowline leading in and two leading out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“T” line leading out points to true path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“F” line leading out points to false path</a:t>
            </a: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00F22DA6-4FE8-4C3A-9459-98061A590E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Flowcharting a Selection Structure</a:t>
            </a:r>
          </a:p>
        </p:txBody>
      </p:sp>
      <p:sp>
        <p:nvSpPr>
          <p:cNvPr id="21508" name="Footer Placeholder 3">
            <a:extLst>
              <a:ext uri="{FF2B5EF4-FFF2-40B4-BE49-F238E27FC236}">
                <a16:creationId xmlns:a16="http://schemas.microsoft.com/office/drawing/2014/main" id="{CFFACB1D-69F5-4AF2-B7AF-10CCD56CAA4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1509" name="Slide Number Placeholder 4">
            <a:extLst>
              <a:ext uri="{FF2B5EF4-FFF2-40B4-BE49-F238E27FC236}">
                <a16:creationId xmlns:a16="http://schemas.microsoft.com/office/drawing/2014/main" id="{1E95AD49-5120-4F2C-9B88-0663D38D2D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7BA00B-BF72-4E07-80AC-62F7E8F66A99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F3D27EB0-9D85-4512-9855-834F3D964A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Flowcharting a Selection Structure (cont’d)</a:t>
            </a:r>
          </a:p>
        </p:txBody>
      </p:sp>
      <p:sp>
        <p:nvSpPr>
          <p:cNvPr id="23555" name="Footer Placeholder 3">
            <a:extLst>
              <a:ext uri="{FF2B5EF4-FFF2-40B4-BE49-F238E27FC236}">
                <a16:creationId xmlns:a16="http://schemas.microsoft.com/office/drawing/2014/main" id="{97368998-8B44-4904-93BF-0AD74F2D6F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3556" name="Slide Number Placeholder 4">
            <a:extLst>
              <a:ext uri="{FF2B5EF4-FFF2-40B4-BE49-F238E27FC236}">
                <a16:creationId xmlns:a16="http://schemas.microsoft.com/office/drawing/2014/main" id="{D851D348-3A5C-4F13-96F0-808DB35CE2E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CC226C-81A8-4F68-A57B-9064AD1714E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3557" name="TextBox 6">
            <a:extLst>
              <a:ext uri="{FF2B5EF4-FFF2-40B4-BE49-F238E27FC236}">
                <a16:creationId xmlns:a16="http://schemas.microsoft.com/office/drawing/2014/main" id="{E212E11E-F19A-4E32-9880-833884BA6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" y="5626100"/>
            <a:ext cx="73279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5-4 Problem specification and two correct algorithms in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flowchart form</a:t>
            </a:r>
          </a:p>
        </p:txBody>
      </p:sp>
      <p:pic>
        <p:nvPicPr>
          <p:cNvPr id="23558" name="Picture 7">
            <a:extLst>
              <a:ext uri="{FF2B5EF4-FFF2-40B4-BE49-F238E27FC236}">
                <a16:creationId xmlns:a16="http://schemas.microsoft.com/office/drawing/2014/main" id="{788F3E88-149F-47C2-AB43-CF890902A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32063" y="1331913"/>
            <a:ext cx="4030662" cy="4214812"/>
          </a:xfr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49E5204A-2E8D-4049-8E69-54379B9BA05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if</a:t>
            </a:r>
            <a:r>
              <a:rPr lang="en-US" altLang="en-US">
                <a:ea typeface="ＭＳ Ｐゴシック" panose="020B0600070205080204" pitchFamily="34" charset="-128"/>
              </a:rPr>
              <a:t> (and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else</a:t>
            </a:r>
            <a:r>
              <a:rPr lang="en-US" altLang="en-US">
                <a:ea typeface="ＭＳ Ｐゴシック" panose="020B0600070205080204" pitchFamily="34" charset="-128"/>
              </a:rPr>
              <a:t>) statement is used to code most selection structures in C++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Syntax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if</a:t>
            </a:r>
            <a:r>
              <a:rPr lang="en-US" altLang="en-US">
                <a:ea typeface="ＭＳ Ｐゴシック" panose="020B0600070205080204" pitchFamily="34" charset="-128"/>
              </a:rPr>
              <a:t> (</a:t>
            </a:r>
            <a:r>
              <a:rPr lang="en-US" altLang="en-US" i="1">
                <a:ea typeface="ＭＳ Ｐゴシック" panose="020B0600070205080204" pitchFamily="34" charset="-128"/>
              </a:rPr>
              <a:t>condition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lvl="2" eaLnBrk="1" hangingPunct="1">
              <a:buFontTx/>
              <a:buNone/>
            </a:pPr>
            <a:r>
              <a:rPr lang="en-US" altLang="en-US" i="1">
                <a:ea typeface="ＭＳ Ｐゴシック" panose="020B0600070205080204" pitchFamily="34" charset="-128"/>
              </a:rPr>
              <a:t>one or more statements (true path)</a:t>
            </a:r>
          </a:p>
          <a:p>
            <a:pPr lvl="1" eaLnBrk="1" hangingPunct="1">
              <a:buFontTx/>
              <a:buNone/>
            </a:pPr>
            <a:r>
              <a:rPr lang="en-US" altLang="en-US" sz="2200">
                <a:ea typeface="ＭＳ Ｐゴシック" panose="020B0600070205080204" pitchFamily="34" charset="-128"/>
              </a:rPr>
              <a:t>[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else</a:t>
            </a:r>
          </a:p>
          <a:p>
            <a:pPr lvl="2" eaLnBrk="1" hangingPunct="1">
              <a:buFontTx/>
              <a:buNone/>
            </a:pPr>
            <a:r>
              <a:rPr lang="en-US" altLang="en-US" i="1">
                <a:ea typeface="ＭＳ Ｐゴシック" panose="020B0600070205080204" pitchFamily="34" charset="-128"/>
              </a:rPr>
              <a:t>one or more statements (false path)</a:t>
            </a:r>
            <a:r>
              <a:rPr lang="en-US" altLang="en-US">
                <a:ea typeface="ＭＳ Ｐゴシック" panose="020B0600070205080204" pitchFamily="34" charset="-128"/>
              </a:rPr>
              <a:t>]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Keyword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if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 i="1">
                <a:ea typeface="ＭＳ Ｐゴシック" panose="020B0600070205080204" pitchFamily="34" charset="-128"/>
              </a:rPr>
              <a:t>condition </a:t>
            </a:r>
            <a:r>
              <a:rPr lang="en-US" altLang="en-US">
                <a:ea typeface="ＭＳ Ｐゴシック" panose="020B0600070205080204" pitchFamily="34" charset="-128"/>
              </a:rPr>
              <a:t>are required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Portion in brackets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else</a:t>
            </a:r>
            <a:r>
              <a:rPr lang="en-US" altLang="en-US">
                <a:ea typeface="ＭＳ Ｐゴシック" panose="020B0600070205080204" pitchFamily="34" charset="-128"/>
              </a:rPr>
              <a:t> clause) is optional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Only used for dual-alternative selection structures</a:t>
            </a:r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E773C08E-112C-463E-AF98-8864640C07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Coding a Selection Structure in C++</a:t>
            </a:r>
          </a:p>
        </p:txBody>
      </p:sp>
      <p:sp>
        <p:nvSpPr>
          <p:cNvPr id="25604" name="Footer Placeholder 3">
            <a:extLst>
              <a:ext uri="{FF2B5EF4-FFF2-40B4-BE49-F238E27FC236}">
                <a16:creationId xmlns:a16="http://schemas.microsoft.com/office/drawing/2014/main" id="{AB90D78F-0FA7-4C1E-9F89-E32012C54B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5605" name="Slide Number Placeholder 4">
            <a:extLst>
              <a:ext uri="{FF2B5EF4-FFF2-40B4-BE49-F238E27FC236}">
                <a16:creationId xmlns:a16="http://schemas.microsoft.com/office/drawing/2014/main" id="{48820CC4-B741-4188-ABF8-E03D2F3A22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A2971C-4F9A-4611-B0C7-5846C2503900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:a16="http://schemas.microsoft.com/office/drawing/2014/main" id="{370E934F-ABF5-4444-8BA2-2D9B74D17A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Programmer must supply </a:t>
            </a:r>
            <a:r>
              <a:rPr lang="en-US" altLang="en-US" i="1">
                <a:ea typeface="ＭＳ Ｐゴシック" panose="020B0600070205080204" pitchFamily="34" charset="-128"/>
              </a:rPr>
              <a:t>condition</a:t>
            </a:r>
            <a:r>
              <a:rPr lang="en-US" altLang="en-US">
                <a:ea typeface="ＭＳ Ｐゴシック" panose="020B0600070205080204" pitchFamily="34" charset="-128"/>
              </a:rPr>
              <a:t> and statements in true (and, optionally, false) path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If path contains more than one statement, must be entered as a </a:t>
            </a:r>
            <a:r>
              <a:rPr lang="en-US" altLang="en-US" b="1">
                <a:ea typeface="ＭＳ Ｐゴシック" panose="020B0600070205080204" pitchFamily="34" charset="-128"/>
              </a:rPr>
              <a:t>statement block  </a:t>
            </a:r>
            <a:r>
              <a:rPr lang="en-US" altLang="en-US">
                <a:ea typeface="ＭＳ Ｐゴシック" panose="020B0600070205080204" pitchFamily="34" charset="-128"/>
              </a:rPr>
              <a:t>(enclosed in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{}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Good programming practice to put comment at end of clause (example: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//end if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Makes program easier to read and understand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condition must be a Boolean expression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May contain variables, constants, arithmetic operators, comparison operators, and logical operators </a:t>
            </a:r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6411767B-BD60-4731-B904-660AA84C6A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016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Coding a Selection Structure in C++ (cont’d.)</a:t>
            </a:r>
          </a:p>
        </p:txBody>
      </p:sp>
      <p:sp>
        <p:nvSpPr>
          <p:cNvPr id="27652" name="Footer Placeholder 3">
            <a:extLst>
              <a:ext uri="{FF2B5EF4-FFF2-40B4-BE49-F238E27FC236}">
                <a16:creationId xmlns:a16="http://schemas.microsoft.com/office/drawing/2014/main" id="{AFF27240-C442-48FB-9116-A2BBB726BB3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7653" name="Slide Number Placeholder 4">
            <a:extLst>
              <a:ext uri="{FF2B5EF4-FFF2-40B4-BE49-F238E27FC236}">
                <a16:creationId xmlns:a16="http://schemas.microsoft.com/office/drawing/2014/main" id="{9002802F-6FED-4120-BF7D-70374A5954F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190F37-32A4-4CDB-8CB0-3F7BC79CC024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3">
            <a:extLst>
              <a:ext uri="{FF2B5EF4-FFF2-40B4-BE49-F238E27FC236}">
                <a16:creationId xmlns:a16="http://schemas.microsoft.com/office/drawing/2014/main" id="{EF5B82EB-EEC0-4265-AD98-58BDF82AF13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29699" name="Slide Number Placeholder 4">
            <a:extLst>
              <a:ext uri="{FF2B5EF4-FFF2-40B4-BE49-F238E27FC236}">
                <a16:creationId xmlns:a16="http://schemas.microsoft.com/office/drawing/2014/main" id="{86651B34-4856-4994-82DB-556CCE5C00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58987C8-CCFD-4504-A99F-0181622047E9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9700" name="Rectangle 7">
            <a:extLst>
              <a:ext uri="{FF2B5EF4-FFF2-40B4-BE49-F238E27FC236}">
                <a16:creationId xmlns:a16="http://schemas.microsoft.com/office/drawing/2014/main" id="{CCBCD408-88D5-45C1-9DBB-7D2BB3BF5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0625" y="5757863"/>
            <a:ext cx="4446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5-5 How to use the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if 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</a:t>
            </a:r>
          </a:p>
        </p:txBody>
      </p:sp>
      <p:pic>
        <p:nvPicPr>
          <p:cNvPr id="29701" name="Picture 7">
            <a:extLst>
              <a:ext uri="{FF2B5EF4-FFF2-40B4-BE49-F238E27FC236}">
                <a16:creationId xmlns:a16="http://schemas.microsoft.com/office/drawing/2014/main" id="{D92E401F-DB44-4809-81DB-80B586A22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1622425"/>
            <a:ext cx="6557963" cy="4141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2" name="Rectangle 2">
            <a:extLst>
              <a:ext uri="{FF2B5EF4-FFF2-40B4-BE49-F238E27FC236}">
                <a16:creationId xmlns:a16="http://schemas.microsoft.com/office/drawing/2014/main" id="{1507322C-B72E-41C0-89B4-98004AB4B4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016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Coding a Selection Structure in C++ (cont’d.)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Footer Placeholder 3">
            <a:extLst>
              <a:ext uri="{FF2B5EF4-FFF2-40B4-BE49-F238E27FC236}">
                <a16:creationId xmlns:a16="http://schemas.microsoft.com/office/drawing/2014/main" id="{13AC9FEA-62EE-48ED-A253-436CB97A86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1747" name="Slide Number Placeholder 4">
            <a:extLst>
              <a:ext uri="{FF2B5EF4-FFF2-40B4-BE49-F238E27FC236}">
                <a16:creationId xmlns:a16="http://schemas.microsoft.com/office/drawing/2014/main" id="{BDF159E0-4957-4A66-AE11-AFF0EEFF1A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935882-8CDA-4CB0-923F-48504337604B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1748" name="Rectangle 7">
            <a:extLst>
              <a:ext uri="{FF2B5EF4-FFF2-40B4-BE49-F238E27FC236}">
                <a16:creationId xmlns:a16="http://schemas.microsoft.com/office/drawing/2014/main" id="{C8F6F83B-2A62-4CC2-9AD8-2DC21F0E66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8363" y="5757863"/>
            <a:ext cx="57435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Figure 5-5 How to use the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Arial" panose="020B0604020202020204" pitchFamily="34" charset="0"/>
              </a:rPr>
              <a:t>if 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statement (cont’d)</a:t>
            </a:r>
          </a:p>
        </p:txBody>
      </p:sp>
      <p:pic>
        <p:nvPicPr>
          <p:cNvPr id="31749" name="Picture 5">
            <a:extLst>
              <a:ext uri="{FF2B5EF4-FFF2-40B4-BE49-F238E27FC236}">
                <a16:creationId xmlns:a16="http://schemas.microsoft.com/office/drawing/2014/main" id="{16F6353E-6F24-4128-9DDA-765DF516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738" y="1352550"/>
            <a:ext cx="5732462" cy="438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Rectangle 2">
            <a:extLst>
              <a:ext uri="{FF2B5EF4-FFF2-40B4-BE49-F238E27FC236}">
                <a16:creationId xmlns:a16="http://schemas.microsoft.com/office/drawing/2014/main" id="{32341C28-CBAD-4828-A946-1012EA80B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9600" y="101600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Coding a Selection Structure in C++ (cont’d.)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>
            <a:extLst>
              <a:ext uri="{FF2B5EF4-FFF2-40B4-BE49-F238E27FC236}">
                <a16:creationId xmlns:a16="http://schemas.microsoft.com/office/drawing/2014/main" id="{CBB499CE-4876-4B5E-BD62-462D56EBCE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Comparison operators</a:t>
            </a:r>
            <a:r>
              <a:rPr lang="en-US" altLang="en-US">
                <a:ea typeface="ＭＳ Ｐゴシック" panose="020B0600070205080204" pitchFamily="34" charset="-128"/>
              </a:rPr>
              <a:t> are used to compare two values that have the same data type</a:t>
            </a: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</a:rPr>
              <a:t>less than</a:t>
            </a:r>
            <a:r>
              <a:rPr lang="en-US" altLang="en-US">
                <a:ea typeface="ＭＳ Ｐゴシック" panose="020B0600070205080204" pitchFamily="34" charset="-128"/>
              </a:rPr>
              <a:t>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&lt;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</a:rPr>
              <a:t>less than or equal to</a:t>
            </a:r>
            <a:r>
              <a:rPr lang="en-US" altLang="en-US">
                <a:ea typeface="ＭＳ Ｐゴシック" panose="020B0600070205080204" pitchFamily="34" charset="-128"/>
              </a:rPr>
              <a:t>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&lt;=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</a:rPr>
              <a:t>greater than</a:t>
            </a:r>
            <a:r>
              <a:rPr lang="en-US" altLang="en-US">
                <a:ea typeface="ＭＳ Ｐゴシック" panose="020B0600070205080204" pitchFamily="34" charset="-128"/>
              </a:rPr>
              <a:t>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&gt;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</a:rPr>
              <a:t>greater than or equal to</a:t>
            </a:r>
            <a:r>
              <a:rPr lang="en-US" altLang="en-US">
                <a:ea typeface="ＭＳ Ｐゴシック" panose="020B0600070205080204" pitchFamily="34" charset="-128"/>
              </a:rPr>
              <a:t>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&gt;=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</a:rPr>
              <a:t>equal to</a:t>
            </a:r>
            <a:r>
              <a:rPr lang="en-US" altLang="en-US">
                <a:ea typeface="ＭＳ Ｐゴシック" panose="020B0600070205080204" pitchFamily="34" charset="-128"/>
              </a:rPr>
              <a:t>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==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lvl="1" eaLnBrk="1" hangingPunct="1"/>
            <a:r>
              <a:rPr lang="en-US" altLang="en-US" i="1">
                <a:ea typeface="ＭＳ Ｐゴシック" panose="020B0600070205080204" pitchFamily="34" charset="-128"/>
              </a:rPr>
              <a:t>not equal to</a:t>
            </a:r>
            <a:r>
              <a:rPr lang="en-US" altLang="en-US">
                <a:ea typeface="ＭＳ Ｐゴシック" panose="020B0600070205080204" pitchFamily="34" charset="-128"/>
              </a:rPr>
              <a:t>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!=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No spaces between dual-character symbols</a:t>
            </a: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CEA84C47-D9BB-413E-BDB3-F094423672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Comparison Operators</a:t>
            </a:r>
          </a:p>
        </p:txBody>
      </p:sp>
      <p:sp>
        <p:nvSpPr>
          <p:cNvPr id="33796" name="Footer Placeholder 3">
            <a:extLst>
              <a:ext uri="{FF2B5EF4-FFF2-40B4-BE49-F238E27FC236}">
                <a16:creationId xmlns:a16="http://schemas.microsoft.com/office/drawing/2014/main" id="{419ABFA6-CD5C-43F1-8D4B-D0AED5E13E5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3797" name="Slide Number Placeholder 4">
            <a:extLst>
              <a:ext uri="{FF2B5EF4-FFF2-40B4-BE49-F238E27FC236}">
                <a16:creationId xmlns:a16="http://schemas.microsoft.com/office/drawing/2014/main" id="{A8E8F4C2-7A90-410D-8086-AA3DBB5553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7F7F10-D08C-43B6-8299-5EA6419DE99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>
            <a:extLst>
              <a:ext uri="{FF2B5EF4-FFF2-40B4-BE49-F238E27FC236}">
                <a16:creationId xmlns:a16="http://schemas.microsoft.com/office/drawing/2014/main" id="{EE94D357-FB8C-445A-A61F-A550067C50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2800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Have precedence numbers like arithmetic operators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&lt;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&lt;=</a:t>
            </a:r>
            <a:r>
              <a:rPr lang="en-US" altLang="en-US">
                <a:ea typeface="ＭＳ Ｐゴシック" panose="020B0600070205080204" pitchFamily="34" charset="-128"/>
              </a:rPr>
              <a:t>,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&gt;</a:t>
            </a:r>
            <a:r>
              <a:rPr lang="en-US" altLang="en-US">
                <a:ea typeface="ＭＳ Ｐゴシック" panose="020B0600070205080204" pitchFamily="34" charset="-128"/>
              </a:rPr>
              <a:t>,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&gt;=</a:t>
            </a:r>
            <a:r>
              <a:rPr lang="en-US" altLang="en-US">
                <a:ea typeface="ＭＳ Ｐゴシック" panose="020B0600070205080204" pitchFamily="34" charset="-128"/>
              </a:rPr>
              <a:t> have precedence value 1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==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!=</a:t>
            </a:r>
            <a:r>
              <a:rPr lang="en-US" altLang="en-US">
                <a:ea typeface="ＭＳ Ｐゴシック" panose="020B0600070205080204" pitchFamily="34" charset="-128"/>
              </a:rPr>
              <a:t> have precedence value 2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Lower precedence evaluated first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Equal precedence evaluated left to right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Parentheses used to override precedence order</a:t>
            </a: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317C31C8-3AD8-4C88-9B6D-17B2A64AAA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Comparison Operators (cont’d.)</a:t>
            </a:r>
          </a:p>
        </p:txBody>
      </p:sp>
      <p:sp>
        <p:nvSpPr>
          <p:cNvPr id="35844" name="Footer Placeholder 3">
            <a:extLst>
              <a:ext uri="{FF2B5EF4-FFF2-40B4-BE49-F238E27FC236}">
                <a16:creationId xmlns:a16="http://schemas.microsoft.com/office/drawing/2014/main" id="{BF420571-F5EC-48A1-BC21-62D311C062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5845" name="Slide Number Placeholder 4">
            <a:extLst>
              <a:ext uri="{FF2B5EF4-FFF2-40B4-BE49-F238E27FC236}">
                <a16:creationId xmlns:a16="http://schemas.microsoft.com/office/drawing/2014/main" id="{B4214D74-0D4E-4CA1-90B1-2F8530F7EA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503D09-0B7A-4EAE-866B-65338ECF031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1747FF56-EC41-4374-8793-76ECF012C2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2800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Expressions with comparison operators always evaluate to Boolean values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Don’t confuse equality operator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==</a:t>
            </a:r>
            <a:r>
              <a:rPr lang="en-US" altLang="en-US">
                <a:ea typeface="ＭＳ Ｐゴシック" panose="020B0600070205080204" pitchFamily="34" charset="-128"/>
              </a:rPr>
              <a:t>) with assignment operator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=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Don’t use equality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==</a:t>
            </a:r>
            <a:r>
              <a:rPr lang="en-US" altLang="en-US">
                <a:ea typeface="ＭＳ Ｐゴシック" panose="020B0600070205080204" pitchFamily="34" charset="-128"/>
              </a:rPr>
              <a:t>) or inequality operator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!=</a:t>
            </a:r>
            <a:r>
              <a:rPr lang="en-US" altLang="en-US">
                <a:ea typeface="ＭＳ Ｐゴシック" panose="020B0600070205080204" pitchFamily="34" charset="-128"/>
              </a:rPr>
              <a:t>) to compare real numbers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Real numbers cannot be stored exactly 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Instead, test that absolute value of their difference is within some small threshold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FBE6B952-C139-4214-B144-FBAC7648E7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Comparison Operators (cont’d.)</a:t>
            </a:r>
          </a:p>
        </p:txBody>
      </p:sp>
      <p:sp>
        <p:nvSpPr>
          <p:cNvPr id="37892" name="Footer Placeholder 3">
            <a:extLst>
              <a:ext uri="{FF2B5EF4-FFF2-40B4-BE49-F238E27FC236}">
                <a16:creationId xmlns:a16="http://schemas.microsoft.com/office/drawing/2014/main" id="{0FF12E8B-C5F5-4C86-96EF-E849FC1097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7893" name="Slide Number Placeholder 4">
            <a:extLst>
              <a:ext uri="{FF2B5EF4-FFF2-40B4-BE49-F238E27FC236}">
                <a16:creationId xmlns:a16="http://schemas.microsoft.com/office/drawing/2014/main" id="{1FDDB29C-F740-4EB3-A6FC-C9F9B12914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055123-1B72-4A96-94F4-51DAC7E2B86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2D3C316-CD45-4F49-B29B-6BCC84EA9F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Comparison Operators (cont’d.)</a:t>
            </a:r>
          </a:p>
        </p:txBody>
      </p:sp>
      <p:sp>
        <p:nvSpPr>
          <p:cNvPr id="39939" name="Footer Placeholder 3">
            <a:extLst>
              <a:ext uri="{FF2B5EF4-FFF2-40B4-BE49-F238E27FC236}">
                <a16:creationId xmlns:a16="http://schemas.microsoft.com/office/drawing/2014/main" id="{350DFDDB-4516-4D77-BEF2-3641B8E5CA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39940" name="Slide Number Placeholder 4">
            <a:extLst>
              <a:ext uri="{FF2B5EF4-FFF2-40B4-BE49-F238E27FC236}">
                <a16:creationId xmlns:a16="http://schemas.microsoft.com/office/drawing/2014/main" id="{9500CEEA-32DF-4250-A976-4730EC2E9C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ACD06B-EC1D-4A78-BC3E-5AF79BEBA63F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9941" name="TextBox 6">
            <a:extLst>
              <a:ext uri="{FF2B5EF4-FFF2-40B4-BE49-F238E27FC236}">
                <a16:creationId xmlns:a16="http://schemas.microsoft.com/office/drawing/2014/main" id="{6FBFEA69-1612-465C-9679-6D01FC54C5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5584825"/>
            <a:ext cx="47498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5-6 How to use comparison operators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in an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statement’s condition</a:t>
            </a:r>
          </a:p>
        </p:txBody>
      </p:sp>
      <p:pic>
        <p:nvPicPr>
          <p:cNvPr id="39942" name="Picture 7">
            <a:extLst>
              <a:ext uri="{FF2B5EF4-FFF2-40B4-BE49-F238E27FC236}">
                <a16:creationId xmlns:a16="http://schemas.microsoft.com/office/drawing/2014/main" id="{6CBD169D-4D17-42B4-9274-B464584B3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277938"/>
            <a:ext cx="6400800" cy="414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FA468B73-B5E6-467A-BB2C-8B017205C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79248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Comparison Operators (cont’d.)</a:t>
            </a:r>
          </a:p>
        </p:txBody>
      </p:sp>
      <p:sp>
        <p:nvSpPr>
          <p:cNvPr id="41987" name="Footer Placeholder 3">
            <a:extLst>
              <a:ext uri="{FF2B5EF4-FFF2-40B4-BE49-F238E27FC236}">
                <a16:creationId xmlns:a16="http://schemas.microsoft.com/office/drawing/2014/main" id="{C3E0B3A8-6A99-4FE2-A02B-21D8FA80DB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1988" name="Slide Number Placeholder 4">
            <a:extLst>
              <a:ext uri="{FF2B5EF4-FFF2-40B4-BE49-F238E27FC236}">
                <a16:creationId xmlns:a16="http://schemas.microsoft.com/office/drawing/2014/main" id="{D0C0D9AD-F9C2-4106-BD4B-954C605CB3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E178177-17EE-4C3C-A968-7E5BA1D8CD6F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1989" name="TextBox 6">
            <a:extLst>
              <a:ext uri="{FF2B5EF4-FFF2-40B4-BE49-F238E27FC236}">
                <a16:creationId xmlns:a16="http://schemas.microsoft.com/office/drawing/2014/main" id="{108AA6FF-927E-4FBD-9029-119AFE31D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2050" y="4165600"/>
            <a:ext cx="69881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5-7 Evaluation steps for an expression containing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arithmetic and comparison operators</a:t>
            </a:r>
          </a:p>
        </p:txBody>
      </p:sp>
      <p:pic>
        <p:nvPicPr>
          <p:cNvPr id="41990" name="Picture 7">
            <a:extLst>
              <a:ext uri="{FF2B5EF4-FFF2-40B4-BE49-F238E27FC236}">
                <a16:creationId xmlns:a16="http://schemas.microsoft.com/office/drawing/2014/main" id="{28ACBB78-6E1A-4879-980A-A83590E51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788" y="2238375"/>
            <a:ext cx="7718425" cy="187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>
            <a:extLst>
              <a:ext uri="{FF2B5EF4-FFF2-40B4-BE49-F238E27FC236}">
                <a16:creationId xmlns:a16="http://schemas.microsoft.com/office/drawing/2014/main" id="{2BEAA4E2-0FA5-4E33-8CE6-1AE0624367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Example program (next slide) takes in two integers, swaps them if first is greater, and then prints out lower number, followed by higher number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Uses single-alternative selection structure with statement block in true path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Creates temporary variable to accomplish swap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Temp variable can only be used in statement block in which it is declared; called a </a:t>
            </a:r>
            <a:r>
              <a:rPr lang="en-US" altLang="en-US" b="1">
                <a:ea typeface="ＭＳ Ｐゴシック" panose="020B0600070205080204" pitchFamily="34" charset="-128"/>
              </a:rPr>
              <a:t>local variable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A3BF4B8F-0B34-4EAB-9FDD-2EDB3829E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Swapping Numeric Values</a:t>
            </a:r>
          </a:p>
        </p:txBody>
      </p:sp>
      <p:sp>
        <p:nvSpPr>
          <p:cNvPr id="44036" name="Footer Placeholder 3">
            <a:extLst>
              <a:ext uri="{FF2B5EF4-FFF2-40B4-BE49-F238E27FC236}">
                <a16:creationId xmlns:a16="http://schemas.microsoft.com/office/drawing/2014/main" id="{51039E5E-03D5-41D1-B12B-9F9DE5FF57E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4037" name="Slide Number Placeholder 4">
            <a:extLst>
              <a:ext uri="{FF2B5EF4-FFF2-40B4-BE49-F238E27FC236}">
                <a16:creationId xmlns:a16="http://schemas.microsoft.com/office/drawing/2014/main" id="{8F8D35FA-7CF8-415F-840A-BB6BFA1F6F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B8C80EF-A2CA-4B0E-B16C-12762A0405C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Footer Placeholder 3">
            <a:extLst>
              <a:ext uri="{FF2B5EF4-FFF2-40B4-BE49-F238E27FC236}">
                <a16:creationId xmlns:a16="http://schemas.microsoft.com/office/drawing/2014/main" id="{B6ED143E-CEF3-47EB-A16E-ABD5FB3476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6083" name="Slide Number Placeholder 4">
            <a:extLst>
              <a:ext uri="{FF2B5EF4-FFF2-40B4-BE49-F238E27FC236}">
                <a16:creationId xmlns:a16="http://schemas.microsoft.com/office/drawing/2014/main" id="{F2791D8C-95A5-4E7A-AAE0-DB6006AB05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D450CD-0386-49C2-9A0B-16EA43755DC4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6084" name="TextBox 6">
            <a:extLst>
              <a:ext uri="{FF2B5EF4-FFF2-40B4-BE49-F238E27FC236}">
                <a16:creationId xmlns:a16="http://schemas.microsoft.com/office/drawing/2014/main" id="{3E1E922B-6692-47B9-A5F2-ADACFA650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5753100"/>
            <a:ext cx="84947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5-8 Swapping program</a:t>
            </a:r>
          </a:p>
        </p:txBody>
      </p:sp>
      <p:pic>
        <p:nvPicPr>
          <p:cNvPr id="46086" name="Picture 7">
            <a:extLst>
              <a:ext uri="{FF2B5EF4-FFF2-40B4-BE49-F238E27FC236}">
                <a16:creationId xmlns:a16="http://schemas.microsoft.com/office/drawing/2014/main" id="{9DE048FF-460E-4343-B1DF-E336044BB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938" y="1354138"/>
            <a:ext cx="4551362" cy="431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6">
            <a:extLst>
              <a:ext uri="{FF2B5EF4-FFF2-40B4-BE49-F238E27FC236}">
                <a16:creationId xmlns:a16="http://schemas.microsoft.com/office/drawing/2014/main" id="{90AED69A-28F8-450E-9358-639BE35EEDB4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chemeClr val="tx1"/>
                </a:solidFill>
                <a:latin typeface="Trebuchet MS" panose="020B0603020202020204" pitchFamily="34" charset="0"/>
              </a:rPr>
              <a:t>Swapping Numeric Values (cont’d.)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88A8BD01-978A-4EEC-BF72-85513DFB1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Swapping Numeric Values (cont’d.)</a:t>
            </a:r>
          </a:p>
        </p:txBody>
      </p:sp>
      <p:sp>
        <p:nvSpPr>
          <p:cNvPr id="48131" name="Footer Placeholder 3">
            <a:extLst>
              <a:ext uri="{FF2B5EF4-FFF2-40B4-BE49-F238E27FC236}">
                <a16:creationId xmlns:a16="http://schemas.microsoft.com/office/drawing/2014/main" id="{F9BD09B1-6C98-4E00-90FE-2CF6E6E151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48132" name="Slide Number Placeholder 4">
            <a:extLst>
              <a:ext uri="{FF2B5EF4-FFF2-40B4-BE49-F238E27FC236}">
                <a16:creationId xmlns:a16="http://schemas.microsoft.com/office/drawing/2014/main" id="{1651EA8A-98D9-4E36-87F0-D8F33CF25C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A76DFDC-7ABB-4AF9-8558-889E676BC42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8133" name="TextBox 9">
            <a:extLst>
              <a:ext uri="{FF2B5EF4-FFF2-40B4-BE49-F238E27FC236}">
                <a16:creationId xmlns:a16="http://schemas.microsoft.com/office/drawing/2014/main" id="{237FAD50-1277-4826-9DB5-2B8A42187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9475" y="5118100"/>
            <a:ext cx="4903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5-9 Illustration of the swapping concept</a:t>
            </a:r>
          </a:p>
        </p:txBody>
      </p:sp>
      <p:pic>
        <p:nvPicPr>
          <p:cNvPr id="48134" name="Picture 7">
            <a:extLst>
              <a:ext uri="{FF2B5EF4-FFF2-40B4-BE49-F238E27FC236}">
                <a16:creationId xmlns:a16="http://schemas.microsoft.com/office/drawing/2014/main" id="{9D9DD178-FB90-4125-A172-977318288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632075"/>
            <a:ext cx="8128000" cy="2228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83D4D2D0-1A20-4AAC-878E-93B14BE1B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Swapping Numeric Values (cont’d.)</a:t>
            </a:r>
          </a:p>
        </p:txBody>
      </p:sp>
      <p:sp>
        <p:nvSpPr>
          <p:cNvPr id="50179" name="Footer Placeholder 3">
            <a:extLst>
              <a:ext uri="{FF2B5EF4-FFF2-40B4-BE49-F238E27FC236}">
                <a16:creationId xmlns:a16="http://schemas.microsoft.com/office/drawing/2014/main" id="{A2E70DE1-B312-4CD1-9240-EB183EC9DC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0180" name="Slide Number Placeholder 4">
            <a:extLst>
              <a:ext uri="{FF2B5EF4-FFF2-40B4-BE49-F238E27FC236}">
                <a16:creationId xmlns:a16="http://schemas.microsoft.com/office/drawing/2014/main" id="{7EF33BE9-B15D-4ED5-896B-D209A5E083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BD3068-5D0D-4ED7-95F9-ADAB07DEAD0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0181" name="TextBox 9">
            <a:extLst>
              <a:ext uri="{FF2B5EF4-FFF2-40B4-BE49-F238E27FC236}">
                <a16:creationId xmlns:a16="http://schemas.microsoft.com/office/drawing/2014/main" id="{A8613840-3A79-4A88-8917-863F7D23D8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9475" y="5856288"/>
            <a:ext cx="50927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5-10 Flowchart for the swapping program</a:t>
            </a:r>
          </a:p>
        </p:txBody>
      </p:sp>
      <p:pic>
        <p:nvPicPr>
          <p:cNvPr id="50182" name="Picture 7">
            <a:extLst>
              <a:ext uri="{FF2B5EF4-FFF2-40B4-BE49-F238E27FC236}">
                <a16:creationId xmlns:a16="http://schemas.microsoft.com/office/drawing/2014/main" id="{777B7405-5399-45A1-B493-15F8B7E16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4388" y="1409700"/>
            <a:ext cx="5000625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>
            <a:extLst>
              <a:ext uri="{FF2B5EF4-FFF2-40B4-BE49-F238E27FC236}">
                <a16:creationId xmlns:a16="http://schemas.microsoft.com/office/drawing/2014/main" id="{2D848B1D-3D7A-4FAA-9710-9228082D9D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Example program (next slide) displays the area or circumference of a circle given the radius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Choice of area or circumference is selected by user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Uses a dual-alternative selection structure </a:t>
            </a:r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B3EA68E6-4A28-4D4E-8DA1-AE34FC1E90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Displaying the Area or Circumference</a:t>
            </a:r>
          </a:p>
        </p:txBody>
      </p:sp>
      <p:sp>
        <p:nvSpPr>
          <p:cNvPr id="52228" name="Footer Placeholder 3">
            <a:extLst>
              <a:ext uri="{FF2B5EF4-FFF2-40B4-BE49-F238E27FC236}">
                <a16:creationId xmlns:a16="http://schemas.microsoft.com/office/drawing/2014/main" id="{6B8F9FFD-91A3-46EF-92AB-8924CCB3FD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2229" name="Slide Number Placeholder 4">
            <a:extLst>
              <a:ext uri="{FF2B5EF4-FFF2-40B4-BE49-F238E27FC236}">
                <a16:creationId xmlns:a16="http://schemas.microsoft.com/office/drawing/2014/main" id="{A158E6BD-E5A7-449E-BB1E-8A00E851CB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AA1072-D7D6-4D01-9B75-956A9BD2DAE1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86A3C752-E88B-48E5-8EB6-45B4D42D51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7538" y="111125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Displaying the Area or Circumference (cont’d.)</a:t>
            </a:r>
          </a:p>
        </p:txBody>
      </p:sp>
      <p:sp>
        <p:nvSpPr>
          <p:cNvPr id="54275" name="Footer Placeholder 3">
            <a:extLst>
              <a:ext uri="{FF2B5EF4-FFF2-40B4-BE49-F238E27FC236}">
                <a16:creationId xmlns:a16="http://schemas.microsoft.com/office/drawing/2014/main" id="{85A08A7C-06A6-4F64-9DD4-22F3E677EA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4276" name="Slide Number Placeholder 4">
            <a:extLst>
              <a:ext uri="{FF2B5EF4-FFF2-40B4-BE49-F238E27FC236}">
                <a16:creationId xmlns:a16="http://schemas.microsoft.com/office/drawing/2014/main" id="{2044F614-58BC-434B-85E4-2CE4E91EC7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FEF7769-3E4E-4B4C-99E6-1768315A0862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4277" name="TextBox 9">
            <a:extLst>
              <a:ext uri="{FF2B5EF4-FFF2-40B4-BE49-F238E27FC236}">
                <a16:creationId xmlns:a16="http://schemas.microsoft.com/office/drawing/2014/main" id="{0E16E0A6-07F5-4813-8CC7-7756195C54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257800"/>
            <a:ext cx="624998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5-11 IPO chart information and C++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instructions for the area or circumference program</a:t>
            </a:r>
          </a:p>
        </p:txBody>
      </p:sp>
      <p:pic>
        <p:nvPicPr>
          <p:cNvPr id="54278" name="Picture 7">
            <a:extLst>
              <a:ext uri="{FF2B5EF4-FFF2-40B4-BE49-F238E27FC236}">
                <a16:creationId xmlns:a16="http://schemas.microsoft.com/office/drawing/2014/main" id="{70AA89C1-0385-4972-B7F0-47289A39F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279525"/>
            <a:ext cx="4686300" cy="391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Footer Placeholder 3">
            <a:extLst>
              <a:ext uri="{FF2B5EF4-FFF2-40B4-BE49-F238E27FC236}">
                <a16:creationId xmlns:a16="http://schemas.microsoft.com/office/drawing/2014/main" id="{9C5C9D9B-ECA7-4E08-BA32-595A02681F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6323" name="Slide Number Placeholder 4">
            <a:extLst>
              <a:ext uri="{FF2B5EF4-FFF2-40B4-BE49-F238E27FC236}">
                <a16:creationId xmlns:a16="http://schemas.microsoft.com/office/drawing/2014/main" id="{058A9A6A-E4B8-4F29-AA6D-F0FCCE57E9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E4A1E6-D578-4267-A6E9-E368686AA719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6324" name="TextBox 9">
            <a:extLst>
              <a:ext uri="{FF2B5EF4-FFF2-40B4-BE49-F238E27FC236}">
                <a16:creationId xmlns:a16="http://schemas.microsoft.com/office/drawing/2014/main" id="{0890800B-6592-48CB-BF3D-77B6F27C7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800" y="4610100"/>
            <a:ext cx="65405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5-11 Sample run of the area or circumference program</a:t>
            </a:r>
          </a:p>
        </p:txBody>
      </p:sp>
      <p:pic>
        <p:nvPicPr>
          <p:cNvPr id="56325" name="Picture 6">
            <a:extLst>
              <a:ext uri="{FF2B5EF4-FFF2-40B4-BE49-F238E27FC236}">
                <a16:creationId xmlns:a16="http://schemas.microsoft.com/office/drawing/2014/main" id="{1B10A748-7B1B-4E9F-AD5F-8D100ACE0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0" y="2287588"/>
            <a:ext cx="5416550" cy="213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6326" name="Rectangle 2">
            <a:extLst>
              <a:ext uri="{FF2B5EF4-FFF2-40B4-BE49-F238E27FC236}">
                <a16:creationId xmlns:a16="http://schemas.microsoft.com/office/drawing/2014/main" id="{C2538F4F-B243-42C6-B351-98F510D693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7538" y="111125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Displaying the Area or Circumference (cont’d.)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Footer Placeholder 3">
            <a:extLst>
              <a:ext uri="{FF2B5EF4-FFF2-40B4-BE49-F238E27FC236}">
                <a16:creationId xmlns:a16="http://schemas.microsoft.com/office/drawing/2014/main" id="{69A05F53-61A3-4D73-BD0F-770AD5A3EE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58371" name="Slide Number Placeholder 4">
            <a:extLst>
              <a:ext uri="{FF2B5EF4-FFF2-40B4-BE49-F238E27FC236}">
                <a16:creationId xmlns:a16="http://schemas.microsoft.com/office/drawing/2014/main" id="{CE68063F-2E54-4EA4-97DD-731C8CE19F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605B56B-DD0F-47A2-AAEB-C834B4FDD7D7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8372" name="TextBox 9">
            <a:extLst>
              <a:ext uri="{FF2B5EF4-FFF2-40B4-BE49-F238E27FC236}">
                <a16:creationId xmlns:a16="http://schemas.microsoft.com/office/drawing/2014/main" id="{DC7FD3A7-54DA-4E50-B3CB-F065878376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257800"/>
            <a:ext cx="62499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5-12 Flowchart for area or circumference program</a:t>
            </a:r>
          </a:p>
        </p:txBody>
      </p:sp>
      <p:sp>
        <p:nvSpPr>
          <p:cNvPr id="58373" name="Rectangle 2">
            <a:extLst>
              <a:ext uri="{FF2B5EF4-FFF2-40B4-BE49-F238E27FC236}">
                <a16:creationId xmlns:a16="http://schemas.microsoft.com/office/drawing/2014/main" id="{FFDEAB17-3ACD-4649-B584-12D62062F6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7538" y="111125"/>
            <a:ext cx="8077200" cy="1143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Displaying the Area or Circumference (cont’d.)</a:t>
            </a:r>
          </a:p>
        </p:txBody>
      </p:sp>
      <p:pic>
        <p:nvPicPr>
          <p:cNvPr id="58374" name="Picture 7">
            <a:extLst>
              <a:ext uri="{FF2B5EF4-FFF2-40B4-BE49-F238E27FC236}">
                <a16:creationId xmlns:a16="http://schemas.microsoft.com/office/drawing/2014/main" id="{0F05F510-2DE1-40B9-8C52-E869321BB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9875" y="1309688"/>
            <a:ext cx="3540125" cy="3808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3">
            <a:extLst>
              <a:ext uri="{FF2B5EF4-FFF2-40B4-BE49-F238E27FC236}">
                <a16:creationId xmlns:a16="http://schemas.microsoft.com/office/drawing/2014/main" id="{EB06DA55-68FC-4661-8A1F-FADE025D2E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Logical operators</a:t>
            </a:r>
            <a:r>
              <a:rPr lang="en-US" altLang="en-US">
                <a:ea typeface="ＭＳ Ｐゴシック" panose="020B0600070205080204" pitchFamily="34" charset="-128"/>
              </a:rPr>
              <a:t> allow you to combine two or more conditions (sub-conditions) into one compound condition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Also called as </a:t>
            </a:r>
            <a:r>
              <a:rPr lang="en-US" altLang="en-US" b="1">
                <a:ea typeface="ＭＳ Ｐゴシック" panose="020B0600070205080204" pitchFamily="34" charset="-128"/>
              </a:rPr>
              <a:t>Boolean operators</a:t>
            </a:r>
            <a:r>
              <a:rPr lang="en-US" altLang="en-US">
                <a:ea typeface="ＭＳ Ｐゴシック" panose="020B0600070205080204" pitchFamily="34" charset="-128"/>
              </a:rPr>
              <a:t> (always evaluate to true or false)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Two most common are And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&amp;&amp;</a:t>
            </a:r>
            <a:r>
              <a:rPr lang="en-US" altLang="en-US">
                <a:ea typeface="ＭＳ Ｐゴシック" panose="020B0600070205080204" pitchFamily="34" charset="-128"/>
              </a:rPr>
              <a:t>) and Or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||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All sub-conditions must be true for a compound condition using And to be true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Only one of the sub-conditions must be true for a compound condition using Or to be true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4564A15E-4295-4895-90B1-17E3D7E02A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Operators</a:t>
            </a:r>
          </a:p>
        </p:txBody>
      </p:sp>
      <p:sp>
        <p:nvSpPr>
          <p:cNvPr id="60420" name="Footer Placeholder 3">
            <a:extLst>
              <a:ext uri="{FF2B5EF4-FFF2-40B4-BE49-F238E27FC236}">
                <a16:creationId xmlns:a16="http://schemas.microsoft.com/office/drawing/2014/main" id="{5294F475-EB01-4BE6-AAAE-50138F943A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0421" name="Slide Number Placeholder 4">
            <a:extLst>
              <a:ext uri="{FF2B5EF4-FFF2-40B4-BE49-F238E27FC236}">
                <a16:creationId xmlns:a16="http://schemas.microsoft.com/office/drawing/2014/main" id="{4922D81B-79ED-4C7F-8042-CDE008D40A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302FD0-1EB7-4332-8FEC-0244D2C15CF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>
            <a:extLst>
              <a:ext uri="{FF2B5EF4-FFF2-40B4-BE49-F238E27FC236}">
                <a16:creationId xmlns:a16="http://schemas.microsoft.com/office/drawing/2014/main" id="{B9F6B6FA-67C7-4CF5-B788-05BED9CD08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And evaluated before Or in an expression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operators evaluated after arithmetic and comparison operators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Parentheses can override precedence ordering</a:t>
            </a:r>
          </a:p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Truth tables</a:t>
            </a:r>
            <a:r>
              <a:rPr lang="en-US" altLang="en-US">
                <a:ea typeface="ＭＳ Ｐゴシック" panose="020B0600070205080204" pitchFamily="34" charset="-128"/>
              </a:rPr>
              <a:t> summarize how computer evaluates logical operators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Only necessary sub-conditions are evaluated; called </a:t>
            </a:r>
            <a:r>
              <a:rPr lang="en-US" altLang="en-US" b="1">
                <a:ea typeface="ＭＳ Ｐゴシック" panose="020B0600070205080204" pitchFamily="34" charset="-128"/>
              </a:rPr>
              <a:t>short-circuit evaluation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Example: if first sub-condition in an And clause is false, second sub-condition need not be evaluated</a:t>
            </a: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2EF56CCF-D4BD-474D-B399-FCCA708B7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Operators (cont’d.)</a:t>
            </a:r>
          </a:p>
        </p:txBody>
      </p:sp>
      <p:sp>
        <p:nvSpPr>
          <p:cNvPr id="62468" name="Footer Placeholder 3">
            <a:extLst>
              <a:ext uri="{FF2B5EF4-FFF2-40B4-BE49-F238E27FC236}">
                <a16:creationId xmlns:a16="http://schemas.microsoft.com/office/drawing/2014/main" id="{F5B1DB0F-6766-40FE-8818-2B92744A2D2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2469" name="Slide Number Placeholder 4">
            <a:extLst>
              <a:ext uri="{FF2B5EF4-FFF2-40B4-BE49-F238E27FC236}">
                <a16:creationId xmlns:a16="http://schemas.microsoft.com/office/drawing/2014/main" id="{B4866805-EC68-45F2-B9F1-1273AE90C6D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49CD90A-84E1-4995-8C0E-3313138C6CA9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CC3F7A16-1BFF-47D3-A966-D56D32BE08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Operators (cont’d.)</a:t>
            </a:r>
          </a:p>
        </p:txBody>
      </p:sp>
      <p:sp>
        <p:nvSpPr>
          <p:cNvPr id="64515" name="Footer Placeholder 3">
            <a:extLst>
              <a:ext uri="{FF2B5EF4-FFF2-40B4-BE49-F238E27FC236}">
                <a16:creationId xmlns:a16="http://schemas.microsoft.com/office/drawing/2014/main" id="{EB738017-A7E2-4204-A75C-E4A5E3677D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4516" name="Slide Number Placeholder 4">
            <a:extLst>
              <a:ext uri="{FF2B5EF4-FFF2-40B4-BE49-F238E27FC236}">
                <a16:creationId xmlns:a16="http://schemas.microsoft.com/office/drawing/2014/main" id="{0D505443-F45A-43F9-880E-4BF0F3F8F6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223D31-8287-4B8B-9BAE-1AF3EB86B785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4517" name="TextBox 9">
            <a:extLst>
              <a:ext uri="{FF2B5EF4-FFF2-40B4-BE49-F238E27FC236}">
                <a16:creationId xmlns:a16="http://schemas.microsoft.com/office/drawing/2014/main" id="{C02D36EC-8852-4D60-B451-A49BEC7697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8" y="5689600"/>
            <a:ext cx="74755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5-14 How to use logical operators in an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statement’s condition</a:t>
            </a:r>
          </a:p>
        </p:txBody>
      </p:sp>
      <p:pic>
        <p:nvPicPr>
          <p:cNvPr id="64518" name="Picture 7">
            <a:extLst>
              <a:ext uri="{FF2B5EF4-FFF2-40B4-BE49-F238E27FC236}">
                <a16:creationId xmlns:a16="http://schemas.microsoft.com/office/drawing/2014/main" id="{E25CEC33-7A1F-41AB-8E1E-56C7660EA5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300" y="1304925"/>
            <a:ext cx="6896100" cy="415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DB592553-937E-4894-92EA-EC2A17552A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Operators (cont’d.)</a:t>
            </a:r>
          </a:p>
        </p:txBody>
      </p:sp>
      <p:sp>
        <p:nvSpPr>
          <p:cNvPr id="66563" name="Footer Placeholder 3">
            <a:extLst>
              <a:ext uri="{FF2B5EF4-FFF2-40B4-BE49-F238E27FC236}">
                <a16:creationId xmlns:a16="http://schemas.microsoft.com/office/drawing/2014/main" id="{AFD9BB61-01F4-4B61-8B95-85596688B6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6564" name="Slide Number Placeholder 4">
            <a:extLst>
              <a:ext uri="{FF2B5EF4-FFF2-40B4-BE49-F238E27FC236}">
                <a16:creationId xmlns:a16="http://schemas.microsoft.com/office/drawing/2014/main" id="{AC9CDABF-A78F-4EAF-B65B-EEAC95FD5D9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148E96-A4AE-48CE-B6C4-F5BB5B22794C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6565" name="TextBox 9">
            <a:extLst>
              <a:ext uri="{FF2B5EF4-FFF2-40B4-BE49-F238E27FC236}">
                <a16:creationId xmlns:a16="http://schemas.microsoft.com/office/drawing/2014/main" id="{4967EB38-313C-401B-B9AC-21AEA07E5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238" y="5689600"/>
            <a:ext cx="74755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5-14 How to use logical operators in an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statement’s condition</a:t>
            </a:r>
          </a:p>
        </p:txBody>
      </p:sp>
      <p:pic>
        <p:nvPicPr>
          <p:cNvPr id="66566" name="Picture 2">
            <a:extLst>
              <a:ext uri="{FF2B5EF4-FFF2-40B4-BE49-F238E27FC236}">
                <a16:creationId xmlns:a16="http://schemas.microsoft.com/office/drawing/2014/main" id="{DB7F6A26-EEE7-4DC5-9A7D-F482088E2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600" y="1303338"/>
            <a:ext cx="6946900" cy="4322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09D2C68D-ADE3-48E7-AF1E-974471CF5B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Logical Operators (cont’d.)</a:t>
            </a:r>
          </a:p>
        </p:txBody>
      </p:sp>
      <p:sp>
        <p:nvSpPr>
          <p:cNvPr id="68611" name="Footer Placeholder 3">
            <a:extLst>
              <a:ext uri="{FF2B5EF4-FFF2-40B4-BE49-F238E27FC236}">
                <a16:creationId xmlns:a16="http://schemas.microsoft.com/office/drawing/2014/main" id="{5AA2D187-6CED-4998-BCBB-22C8582373C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68612" name="Slide Number Placeholder 4">
            <a:extLst>
              <a:ext uri="{FF2B5EF4-FFF2-40B4-BE49-F238E27FC236}">
                <a16:creationId xmlns:a16="http://schemas.microsoft.com/office/drawing/2014/main" id="{899965D4-A93C-40C6-977C-98C5DA08EA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6E4F9D-69D7-4AE9-B982-523CB49FC5B1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8613" name="TextBox 9">
            <a:extLst>
              <a:ext uri="{FF2B5EF4-FFF2-40B4-BE49-F238E27FC236}">
                <a16:creationId xmlns:a16="http://schemas.microsoft.com/office/drawing/2014/main" id="{C223F96E-347C-4AE0-8570-BD3EC988AE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100" y="5767388"/>
            <a:ext cx="5111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5-15 Truth tables for the logical operators</a:t>
            </a:r>
          </a:p>
        </p:txBody>
      </p:sp>
      <p:pic>
        <p:nvPicPr>
          <p:cNvPr id="68614" name="Picture 7">
            <a:extLst>
              <a:ext uri="{FF2B5EF4-FFF2-40B4-BE49-F238E27FC236}">
                <a16:creationId xmlns:a16="http://schemas.microsoft.com/office/drawing/2014/main" id="{FBF085D7-E647-4C2C-89DD-34B31FABF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1270000"/>
            <a:ext cx="8380413" cy="440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>
            <a:extLst>
              <a:ext uri="{FF2B5EF4-FFF2-40B4-BE49-F238E27FC236}">
                <a16:creationId xmlns:a16="http://schemas.microsoft.com/office/drawing/2014/main" id="{480CD49F-20E7-4BB7-B79B-A38E1D43D3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5775" y="1676400"/>
            <a:ext cx="8234363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Two example problem descriptions are given, and truth tables for And and Or operators are used to find appropriate sub-conditions and logical operators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Calculate bonus for A-rated salespeople with monthly sales greater than $5000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rating == ‘A’ &amp;&amp; sales &gt; 5000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Send letter to all A-rated and B-rated salespeople</a:t>
            </a:r>
          </a:p>
          <a:p>
            <a:pPr lvl="1" eaLnBrk="1" hangingPunct="1">
              <a:buFontTx/>
              <a:buNone/>
            </a:pP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	rating == ‘A’ || rating == ‘B’</a:t>
            </a: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0B8F20F0-2B90-487C-80E7-6CD909A41C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Using the Truth Tables</a:t>
            </a:r>
          </a:p>
        </p:txBody>
      </p:sp>
      <p:sp>
        <p:nvSpPr>
          <p:cNvPr id="70660" name="Footer Placeholder 3">
            <a:extLst>
              <a:ext uri="{FF2B5EF4-FFF2-40B4-BE49-F238E27FC236}">
                <a16:creationId xmlns:a16="http://schemas.microsoft.com/office/drawing/2014/main" id="{3D6D32F6-BA1F-45A6-9EC5-881677B44F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0661" name="Slide Number Placeholder 4">
            <a:extLst>
              <a:ext uri="{FF2B5EF4-FFF2-40B4-BE49-F238E27FC236}">
                <a16:creationId xmlns:a16="http://schemas.microsoft.com/office/drawing/2014/main" id="{6F6D6D05-FC8E-48B8-9C54-E29226102F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859A516-A911-4470-8889-1332F639413F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3">
            <a:extLst>
              <a:ext uri="{FF2B5EF4-FFF2-40B4-BE49-F238E27FC236}">
                <a16:creationId xmlns:a16="http://schemas.microsoft.com/office/drawing/2014/main" id="{3DC5C03E-A839-4514-AE41-7417889BFC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Example problem description is given in which the gross pay of an employee must be calculated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Program must verify that number of hours worked is between 0 and 40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Process of verifying that input data is within expected range is known as </a:t>
            </a:r>
            <a:r>
              <a:rPr lang="en-US" altLang="en-US" b="1">
                <a:ea typeface="ＭＳ Ｐゴシック" panose="020B0600070205080204" pitchFamily="34" charset="-128"/>
              </a:rPr>
              <a:t>data validation</a:t>
            </a:r>
            <a:endParaRPr lang="en-US" altLang="en-US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Program outputs gross pay if the number of hours worked is valid and is an error message otherwise</a:t>
            </a: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71344D37-F8C1-41B2-98F8-4078E80A77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Calculating Gross Pay</a:t>
            </a:r>
          </a:p>
        </p:txBody>
      </p:sp>
      <p:sp>
        <p:nvSpPr>
          <p:cNvPr id="72708" name="Footer Placeholder 3">
            <a:extLst>
              <a:ext uri="{FF2B5EF4-FFF2-40B4-BE49-F238E27FC236}">
                <a16:creationId xmlns:a16="http://schemas.microsoft.com/office/drawing/2014/main" id="{02C813EC-EA03-48D2-B52D-DF8AFCC5FFF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2709" name="Slide Number Placeholder 4">
            <a:extLst>
              <a:ext uri="{FF2B5EF4-FFF2-40B4-BE49-F238E27FC236}">
                <a16:creationId xmlns:a16="http://schemas.microsoft.com/office/drawing/2014/main" id="{77CD00C6-5D87-47D9-9A99-AA587E2D6B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E6CDD8E-E138-4A23-95B5-A97803C092C2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2D0400A8-62F1-4EFC-9482-B523F6FD07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Calculating Gross Pay (cont’d.)</a:t>
            </a:r>
          </a:p>
        </p:txBody>
      </p:sp>
      <p:sp>
        <p:nvSpPr>
          <p:cNvPr id="74755" name="Footer Placeholder 3">
            <a:extLst>
              <a:ext uri="{FF2B5EF4-FFF2-40B4-BE49-F238E27FC236}">
                <a16:creationId xmlns:a16="http://schemas.microsoft.com/office/drawing/2014/main" id="{7F145D99-4517-4400-ACEA-6DC7C3E8735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4756" name="Slide Number Placeholder 4">
            <a:extLst>
              <a:ext uri="{FF2B5EF4-FFF2-40B4-BE49-F238E27FC236}">
                <a16:creationId xmlns:a16="http://schemas.microsoft.com/office/drawing/2014/main" id="{BAD05D1E-209C-4BBF-BF5C-345CD60FE4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316664-750C-4930-8113-2C18558C5DD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4757" name="TextBox 9">
            <a:extLst>
              <a:ext uri="{FF2B5EF4-FFF2-40B4-BE49-F238E27FC236}">
                <a16:creationId xmlns:a16="http://schemas.microsoft.com/office/drawing/2014/main" id="{4D47D2BC-CAAE-4FDF-8A54-39FA9D96B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5943600"/>
            <a:ext cx="3430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5-17 Gross Pay program</a:t>
            </a:r>
          </a:p>
        </p:txBody>
      </p:sp>
      <p:pic>
        <p:nvPicPr>
          <p:cNvPr id="74758" name="Picture 7">
            <a:extLst>
              <a:ext uri="{FF2B5EF4-FFF2-40B4-BE49-F238E27FC236}">
                <a16:creationId xmlns:a16="http://schemas.microsoft.com/office/drawing/2014/main" id="{19C5BD75-8C68-4780-8F42-7B0305DCB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825" y="1246188"/>
            <a:ext cx="3343275" cy="467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2AD05D7A-1CE7-431E-AFA4-0F6B6187E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Different version of Area or Circumference program</a:t>
            </a:r>
          </a:p>
        </p:txBody>
      </p:sp>
      <p:sp>
        <p:nvSpPr>
          <p:cNvPr id="76803" name="Footer Placeholder 3">
            <a:extLst>
              <a:ext uri="{FF2B5EF4-FFF2-40B4-BE49-F238E27FC236}">
                <a16:creationId xmlns:a16="http://schemas.microsoft.com/office/drawing/2014/main" id="{BABCB4E5-1B05-41DF-8331-0C1164C6012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6804" name="Slide Number Placeholder 4">
            <a:extLst>
              <a:ext uri="{FF2B5EF4-FFF2-40B4-BE49-F238E27FC236}">
                <a16:creationId xmlns:a16="http://schemas.microsoft.com/office/drawing/2014/main" id="{244D4E42-2984-4563-BA27-CD2F07EA0C0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258348-718C-4C72-97D1-66BF4A60A75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6805" name="TextBox 9">
            <a:extLst>
              <a:ext uri="{FF2B5EF4-FFF2-40B4-BE49-F238E27FC236}">
                <a16:creationId xmlns:a16="http://schemas.microsoft.com/office/drawing/2014/main" id="{23A9B0C4-1EB9-4F24-AC40-949F3E5F81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5943600"/>
            <a:ext cx="6896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5-18 Different version of Area or Circumference program</a:t>
            </a:r>
          </a:p>
        </p:txBody>
      </p:sp>
      <p:pic>
        <p:nvPicPr>
          <p:cNvPr id="76806" name="Picture 2">
            <a:extLst>
              <a:ext uri="{FF2B5EF4-FFF2-40B4-BE49-F238E27FC236}">
                <a16:creationId xmlns:a16="http://schemas.microsoft.com/office/drawing/2014/main" id="{3D05272F-FB43-429E-8472-5F322CC20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600" y="1270000"/>
            <a:ext cx="4699000" cy="471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63A4E-4B92-40F7-ABD6-B0B803B200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8850" name="Footer Placeholder 3">
            <a:extLst>
              <a:ext uri="{FF2B5EF4-FFF2-40B4-BE49-F238E27FC236}">
                <a16:creationId xmlns:a16="http://schemas.microsoft.com/office/drawing/2014/main" id="{0842330C-C3A8-4C8B-9CFA-F6E26A3577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78851" name="Slide Number Placeholder 4">
            <a:extLst>
              <a:ext uri="{FF2B5EF4-FFF2-40B4-BE49-F238E27FC236}">
                <a16:creationId xmlns:a16="http://schemas.microsoft.com/office/drawing/2014/main" id="{940400C3-2B90-4214-B2CE-9E09D06C18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79ED151-37DE-47E0-B965-CB10CB094D60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8852" name="TextBox 9">
            <a:extLst>
              <a:ext uri="{FF2B5EF4-FFF2-40B4-BE49-F238E27FC236}">
                <a16:creationId xmlns:a16="http://schemas.microsoft.com/office/drawing/2014/main" id="{1F7F67CD-3B88-49E8-BAB8-6D924ED063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5637213"/>
            <a:ext cx="47752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5-19 Listing and an example of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arithmetic, comparison, and logical operators</a:t>
            </a:r>
          </a:p>
        </p:txBody>
      </p:sp>
      <p:pic>
        <p:nvPicPr>
          <p:cNvPr id="78854" name="Picture 7">
            <a:extLst>
              <a:ext uri="{FF2B5EF4-FFF2-40B4-BE49-F238E27FC236}">
                <a16:creationId xmlns:a16="http://schemas.microsoft.com/office/drawing/2014/main" id="{064B432B-E448-4FB2-9C6C-6CC081FF3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300" y="1362075"/>
            <a:ext cx="7823200" cy="417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3BB7D33B-A132-42B0-A39C-24CB154AE77B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chemeClr val="tx1"/>
                </a:solidFill>
                <a:latin typeface="Trebuchet MS" panose="020B0603020202020204" pitchFamily="34" charset="0"/>
              </a:rPr>
              <a:t>Summary of Operators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Footer Placeholder 3">
            <a:extLst>
              <a:ext uri="{FF2B5EF4-FFF2-40B4-BE49-F238E27FC236}">
                <a16:creationId xmlns:a16="http://schemas.microsoft.com/office/drawing/2014/main" id="{A39B1066-1A7D-44DE-A760-F15B7E62B7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0899" name="Slide Number Placeholder 4">
            <a:extLst>
              <a:ext uri="{FF2B5EF4-FFF2-40B4-BE49-F238E27FC236}">
                <a16:creationId xmlns:a16="http://schemas.microsoft.com/office/drawing/2014/main" id="{53CE713E-569A-4DE5-99A4-946D18FAA1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BF788B-081A-4945-B547-4EAC6941303B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0900" name="TextBox 9">
            <a:extLst>
              <a:ext uri="{FF2B5EF4-FFF2-40B4-BE49-F238E27FC236}">
                <a16:creationId xmlns:a16="http://schemas.microsoft.com/office/drawing/2014/main" id="{46781F30-0EA7-4B63-95A5-156CDD06C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8388" y="5194300"/>
            <a:ext cx="47752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5-19 Listing and an example of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arithmetic, comparison, and logical operators</a:t>
            </a:r>
          </a:p>
        </p:txBody>
      </p:sp>
      <p:pic>
        <p:nvPicPr>
          <p:cNvPr id="80902" name="Picture 2">
            <a:extLst>
              <a:ext uri="{FF2B5EF4-FFF2-40B4-BE49-F238E27FC236}">
                <a16:creationId xmlns:a16="http://schemas.microsoft.com/office/drawing/2014/main" id="{C6DFF467-9ACE-4AE7-A9E1-39B6102484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1938338"/>
            <a:ext cx="8458200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4B371DFB-83FB-43E6-807D-DBDD8E217F84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chemeClr val="tx1"/>
                </a:solidFill>
                <a:latin typeface="Trebuchet MS" panose="020B0603020202020204" pitchFamily="34" charset="0"/>
              </a:rPr>
              <a:t>Summary of Operators (cont’d.)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3">
            <a:extLst>
              <a:ext uri="{FF2B5EF4-FFF2-40B4-BE49-F238E27FC236}">
                <a16:creationId xmlns:a16="http://schemas.microsoft.com/office/drawing/2014/main" id="{BA66F21C-A70C-48C9-94CD-54E66F77D5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b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toupper</a:t>
            </a:r>
            <a:r>
              <a:rPr lang="en-US" altLang="en-US" b="1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and </a:t>
            </a:r>
            <a:r>
              <a:rPr lang="en-US" altLang="en-US" b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tolower</a:t>
            </a:r>
            <a:r>
              <a:rPr lang="en-US" altLang="en-US" b="1">
                <a:ea typeface="ＭＳ Ｐゴシック" panose="020B0600070205080204" pitchFamily="34" charset="-128"/>
              </a:rPr>
              <a:t> </a:t>
            </a:r>
            <a:r>
              <a:rPr lang="en-US" altLang="en-US">
                <a:ea typeface="ＭＳ Ｐゴシック" panose="020B0600070205080204" pitchFamily="34" charset="-128"/>
              </a:rPr>
              <a:t>functions used to convert characters between uppercase and lowercase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toupper</a:t>
            </a:r>
            <a:r>
              <a:rPr lang="en-US" altLang="en-US">
                <a:ea typeface="ＭＳ Ｐゴシック" panose="020B0600070205080204" pitchFamily="34" charset="-128"/>
              </a:rPr>
              <a:t> function temporarily converts a character to uppercase;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tolower</a:t>
            </a:r>
            <a:r>
              <a:rPr lang="en-US" altLang="en-US">
                <a:ea typeface="ＭＳ Ｐゴシック" panose="020B0600070205080204" pitchFamily="34" charset="-128"/>
              </a:rPr>
              <a:t> function temporarily converts a character to lowercase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Syntax is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toupper(</a:t>
            </a:r>
            <a:r>
              <a:rPr lang="en-US" altLang="en-US" i="1">
                <a:ea typeface="ＭＳ Ｐゴシック" panose="020B0600070205080204" pitchFamily="34" charset="-128"/>
              </a:rPr>
              <a:t>charVariable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tolower(</a:t>
            </a:r>
            <a:r>
              <a:rPr lang="en-US" altLang="en-US" i="1">
                <a:ea typeface="ＭＳ Ｐゴシック" panose="020B0600070205080204" pitchFamily="34" charset="-128"/>
              </a:rPr>
              <a:t>charVariable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Item between parentheses in a function’s syntax is called an </a:t>
            </a:r>
            <a:r>
              <a:rPr lang="en-US" altLang="en-US" b="1">
                <a:ea typeface="ＭＳ Ｐゴシック" panose="020B0600070205080204" pitchFamily="34" charset="-128"/>
              </a:rPr>
              <a:t>argument</a:t>
            </a:r>
            <a:r>
              <a:rPr lang="en-US" altLang="en-US">
                <a:ea typeface="ＭＳ Ｐゴシック" panose="020B0600070205080204" pitchFamily="34" charset="-128"/>
              </a:rPr>
              <a:t> – information the function needs to perform its task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29B45B4E-05FA-46FE-89AF-28B5C4A164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Converting a Character to Uppercase or Lowercase</a:t>
            </a:r>
          </a:p>
        </p:txBody>
      </p:sp>
      <p:sp>
        <p:nvSpPr>
          <p:cNvPr id="82948" name="Footer Placeholder 3">
            <a:extLst>
              <a:ext uri="{FF2B5EF4-FFF2-40B4-BE49-F238E27FC236}">
                <a16:creationId xmlns:a16="http://schemas.microsoft.com/office/drawing/2014/main" id="{D382E0A0-D257-48D2-BC1E-7C0C52EBFDC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2949" name="Slide Number Placeholder 4">
            <a:extLst>
              <a:ext uri="{FF2B5EF4-FFF2-40B4-BE49-F238E27FC236}">
                <a16:creationId xmlns:a16="http://schemas.microsoft.com/office/drawing/2014/main" id="{C0B59842-8CB2-46E0-A780-5A2E3689B9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CD798D0-1FA2-4F50-9BC4-22D519750809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3">
            <a:extLst>
              <a:ext uri="{FF2B5EF4-FFF2-40B4-BE49-F238E27FC236}">
                <a16:creationId xmlns:a16="http://schemas.microsoft.com/office/drawing/2014/main" id="{40D8904F-74BC-46DB-962E-5F046B52BB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Each function copies the character in its argument to a temporary location in internal memory, converts the character to the appropriate case, and returns the temporary character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Neither function changes the contents of its argument, but rather, changes the temporary variable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7E19E828-A0B4-48C1-8151-9FFDF16CC7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Converting a Character to Uppercase or Lowercase (cont’d.)</a:t>
            </a:r>
          </a:p>
        </p:txBody>
      </p:sp>
      <p:sp>
        <p:nvSpPr>
          <p:cNvPr id="84996" name="Footer Placeholder 3">
            <a:extLst>
              <a:ext uri="{FF2B5EF4-FFF2-40B4-BE49-F238E27FC236}">
                <a16:creationId xmlns:a16="http://schemas.microsoft.com/office/drawing/2014/main" id="{B9EE6FA4-EC76-406B-A04A-40517E228A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4997" name="Slide Number Placeholder 4">
            <a:extLst>
              <a:ext uri="{FF2B5EF4-FFF2-40B4-BE49-F238E27FC236}">
                <a16:creationId xmlns:a16="http://schemas.microsoft.com/office/drawing/2014/main" id="{894FBBD8-D0DF-4CC5-B9C0-7FBD351B61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387349-EA37-491D-93FC-33E3C8D81865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Footer Placeholder 3">
            <a:extLst>
              <a:ext uri="{FF2B5EF4-FFF2-40B4-BE49-F238E27FC236}">
                <a16:creationId xmlns:a16="http://schemas.microsoft.com/office/drawing/2014/main" id="{6745E9E3-9687-47FC-89D8-CF1C3860B2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7043" name="Slide Number Placeholder 4">
            <a:extLst>
              <a:ext uri="{FF2B5EF4-FFF2-40B4-BE49-F238E27FC236}">
                <a16:creationId xmlns:a16="http://schemas.microsoft.com/office/drawing/2014/main" id="{1174E86C-4A0A-4607-BBCE-E74A4F10D1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E4D941-DED0-4030-B87B-0F0B8AA946E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7044" name="TextBox 9">
            <a:extLst>
              <a:ext uri="{FF2B5EF4-FFF2-40B4-BE49-F238E27FC236}">
                <a16:creationId xmlns:a16="http://schemas.microsoft.com/office/drawing/2014/main" id="{99EF29C7-EC64-475F-A7B2-7B9E8C781B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7788" y="5943600"/>
            <a:ext cx="66230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5-20 How to use the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toupper 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and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tolower 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functions</a:t>
            </a:r>
          </a:p>
        </p:txBody>
      </p:sp>
      <p:pic>
        <p:nvPicPr>
          <p:cNvPr id="87046" name="Picture 7">
            <a:extLst>
              <a:ext uri="{FF2B5EF4-FFF2-40B4-BE49-F238E27FC236}">
                <a16:creationId xmlns:a16="http://schemas.microsoft.com/office/drawing/2014/main" id="{78902EC5-3DDE-4D59-8968-40BB7D9C0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1303338"/>
            <a:ext cx="5842000" cy="4487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5">
            <a:extLst>
              <a:ext uri="{FF2B5EF4-FFF2-40B4-BE49-F238E27FC236}">
                <a16:creationId xmlns:a16="http://schemas.microsoft.com/office/drawing/2014/main" id="{65BA6564-3E38-49FF-BBC4-11A1FF81FC67}"/>
              </a:ext>
            </a:extLst>
          </p:cNvPr>
          <p:cNvSpPr txBox="1">
            <a:spLocks noGrp="1" noChangeArrowheads="1"/>
          </p:cNvSpPr>
          <p:nvPr>
            <p:ph type="title"/>
          </p:nvPr>
        </p:nvSpPr>
        <p:spPr bwMode="auto">
          <a:xfrm>
            <a:off x="609600" y="152400"/>
            <a:ext cx="8077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 dirty="0">
                <a:solidFill>
                  <a:schemeClr val="tx1"/>
                </a:solidFill>
                <a:latin typeface="Trebuchet MS" panose="020B0603020202020204" pitchFamily="34" charset="0"/>
              </a:rPr>
              <a:t>Converting a Character to Uppercase or Lowercase (cont’d.)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3">
            <a:extLst>
              <a:ext uri="{FF2B5EF4-FFF2-40B4-BE49-F238E27FC236}">
                <a16:creationId xmlns:a16="http://schemas.microsoft.com/office/drawing/2014/main" id="{9BDB1D4E-02FA-425B-AD6F-053C6AA251E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Real numbers are displayed in either fixed-point or scientific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e</a:t>
            </a:r>
            <a:r>
              <a:rPr lang="en-US" altLang="en-US">
                <a:ea typeface="ＭＳ Ｐゴシック" panose="020B0600070205080204" pitchFamily="34" charset="-128"/>
              </a:rPr>
              <a:t>) notation 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Small real numbers (six or less digits before decimal place) displayed in fixed-point notation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Example: 1,234.56 displayed as 1234.560000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Large real numbers (more than six digits before decimal place) displayed in e notation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Example: 1,225,000.00 displayed as 1.225e+006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Purpose of program determines appropriate format</a:t>
            </a: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29E291CA-47B4-42E9-8F1B-A8F026A0D2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Formatting Numeric Output</a:t>
            </a:r>
          </a:p>
        </p:txBody>
      </p:sp>
      <p:sp>
        <p:nvSpPr>
          <p:cNvPr id="89092" name="Footer Placeholder 3">
            <a:extLst>
              <a:ext uri="{FF2B5EF4-FFF2-40B4-BE49-F238E27FC236}">
                <a16:creationId xmlns:a16="http://schemas.microsoft.com/office/drawing/2014/main" id="{A36268B9-561D-4D01-88A5-3F953E6A30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89093" name="Slide Number Placeholder 4">
            <a:extLst>
              <a:ext uri="{FF2B5EF4-FFF2-40B4-BE49-F238E27FC236}">
                <a16:creationId xmlns:a16="http://schemas.microsoft.com/office/drawing/2014/main" id="{238C5EF9-FF0F-4417-AE89-EF5356028D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E0DAF69-6ABC-4643-8F36-D2F0DA3BB7E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3">
            <a:extLst>
              <a:ext uri="{FF2B5EF4-FFF2-40B4-BE49-F238E27FC236}">
                <a16:creationId xmlns:a16="http://schemas.microsoft.com/office/drawing/2014/main" id="{F6ABFDF4-8998-4105-A39F-929FBF9B18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Stream manipulators allow control over formatting</a:t>
            </a:r>
          </a:p>
          <a:p>
            <a:pPr eaLnBrk="1" hangingPunct="1"/>
            <a:r>
              <a:rPr lang="en-US" altLang="en-US" b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fixed</a:t>
            </a:r>
            <a:r>
              <a:rPr lang="en-US" altLang="en-US" b="1">
                <a:ea typeface="ＭＳ Ｐゴシック" panose="020B0600070205080204" pitchFamily="34" charset="-128"/>
              </a:rPr>
              <a:t> stream manipulator</a:t>
            </a:r>
            <a:r>
              <a:rPr lang="en-US" altLang="en-US">
                <a:ea typeface="ＭＳ Ｐゴシック" panose="020B0600070205080204" pitchFamily="34" charset="-128"/>
              </a:rPr>
              <a:t> displays real numbers in fixed-point notation</a:t>
            </a:r>
          </a:p>
          <a:p>
            <a:pPr eaLnBrk="1" hangingPunct="1"/>
            <a:r>
              <a:rPr lang="en-US" altLang="en-US" b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scientific</a:t>
            </a:r>
            <a:r>
              <a:rPr lang="en-US" altLang="en-US" b="1">
                <a:ea typeface="ＭＳ Ｐゴシック" panose="020B0600070205080204" pitchFamily="34" charset="-128"/>
              </a:rPr>
              <a:t> stream manipulator</a:t>
            </a:r>
            <a:r>
              <a:rPr lang="en-US" altLang="en-US">
                <a:ea typeface="ＭＳ Ｐゴシック" panose="020B0600070205080204" pitchFamily="34" charset="-128"/>
              </a:rPr>
              <a:t> displays real numbers in e notation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Stream manipulator must appear in a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cout</a:t>
            </a:r>
            <a:r>
              <a:rPr lang="en-US" altLang="en-US">
                <a:ea typeface="ＭＳ Ｐゴシック" panose="020B0600070205080204" pitchFamily="34" charset="-128"/>
              </a:rPr>
              <a:t> statement before numbers you want formatted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Manipulator can appear by itself in a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cout</a:t>
            </a:r>
            <a:r>
              <a:rPr lang="en-US" altLang="en-US">
                <a:ea typeface="ＭＳ Ｐゴシック" panose="020B0600070205080204" pitchFamily="34" charset="-128"/>
              </a:rPr>
              <a:t> statement or can be included with other information</a:t>
            </a: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73947EE8-6501-4AE7-BD25-84AE4B6566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Formatting Numeric Output (cont’d.)</a:t>
            </a:r>
          </a:p>
        </p:txBody>
      </p:sp>
      <p:sp>
        <p:nvSpPr>
          <p:cNvPr id="91140" name="Footer Placeholder 3">
            <a:extLst>
              <a:ext uri="{FF2B5EF4-FFF2-40B4-BE49-F238E27FC236}">
                <a16:creationId xmlns:a16="http://schemas.microsoft.com/office/drawing/2014/main" id="{8E76E1A2-109B-4CE2-BB05-94C520546D0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1141" name="Slide Number Placeholder 4">
            <a:extLst>
              <a:ext uri="{FF2B5EF4-FFF2-40B4-BE49-F238E27FC236}">
                <a16:creationId xmlns:a16="http://schemas.microsoft.com/office/drawing/2014/main" id="{B055C7EB-6620-4500-B925-E7F5A61856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923007-2396-4C4E-94C7-8B0591208499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3">
            <a:extLst>
              <a:ext uri="{FF2B5EF4-FFF2-40B4-BE49-F238E27FC236}">
                <a16:creationId xmlns:a16="http://schemas.microsoft.com/office/drawing/2014/main" id="{D55FBCA7-B711-4B6C-925A-AB4801C600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Manipulator remains in effect until end of program execution or until another manipulator is processed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Numbers formatted with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fixed</a:t>
            </a:r>
            <a:r>
              <a:rPr lang="en-US" altLang="en-US">
                <a:ea typeface="ＭＳ Ｐゴシック" panose="020B0600070205080204" pitchFamily="34" charset="-128"/>
              </a:rPr>
              <a:t> stream manipulator always have six numbers to the right of the decimal place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Number is padded with zeros if there aren’t six digits</a:t>
            </a:r>
          </a:p>
          <a:p>
            <a:pPr lvl="2" eaLnBrk="1" hangingPunct="1"/>
            <a:r>
              <a:rPr lang="en-US" altLang="en-US">
                <a:ea typeface="ＭＳ Ｐゴシック" panose="020B0600070205080204" pitchFamily="34" charset="-128"/>
              </a:rPr>
              <a:t>Example: 123.456 is displayed as 123.456000</a:t>
            </a:r>
          </a:p>
          <a:p>
            <a:pPr lvl="1" eaLnBrk="1" hangingPunct="1"/>
            <a:r>
              <a:rPr lang="en-US" altLang="en-US">
                <a:ea typeface="ＭＳ Ｐゴシック" panose="020B0600070205080204" pitchFamily="34" charset="-128"/>
              </a:rPr>
              <a:t>Number is rounded and truncated if there are more than six digits</a:t>
            </a:r>
          </a:p>
          <a:p>
            <a:pPr lvl="2" eaLnBrk="1" hangingPunct="1"/>
            <a:r>
              <a:rPr lang="en-US" altLang="en-US">
                <a:ea typeface="ＭＳ Ｐゴシック" panose="020B0600070205080204" pitchFamily="34" charset="-128"/>
              </a:rPr>
              <a:t>Example: 123.3456789 is displayed as 123.345679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14D432EA-C69F-481E-B4F8-9925B53456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Formatting Numeric Output (cont’d.)</a:t>
            </a:r>
          </a:p>
        </p:txBody>
      </p:sp>
      <p:sp>
        <p:nvSpPr>
          <p:cNvPr id="93188" name="Footer Placeholder 3">
            <a:extLst>
              <a:ext uri="{FF2B5EF4-FFF2-40B4-BE49-F238E27FC236}">
                <a16:creationId xmlns:a16="http://schemas.microsoft.com/office/drawing/2014/main" id="{023A42DB-AEF8-4807-985C-B1B52419EA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3189" name="Slide Number Placeholder 4">
            <a:extLst>
              <a:ext uri="{FF2B5EF4-FFF2-40B4-BE49-F238E27FC236}">
                <a16:creationId xmlns:a16="http://schemas.microsoft.com/office/drawing/2014/main" id="{5CBDE328-A386-40C8-A2EC-C88DD2D75E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25908F-1EEE-4941-B4E1-AB54EC275145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3">
            <a:extLst>
              <a:ext uri="{FF2B5EF4-FFF2-40B4-BE49-F238E27FC236}">
                <a16:creationId xmlns:a16="http://schemas.microsoft.com/office/drawing/2014/main" id="{2774E893-68DC-4DCB-8D48-09CE2145A9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46100" y="1689100"/>
            <a:ext cx="8153400" cy="4572000"/>
          </a:xfrm>
        </p:spPr>
        <p:txBody>
          <a:bodyPr/>
          <a:lstStyle/>
          <a:p>
            <a:pPr eaLnBrk="1" hangingPunct="1"/>
            <a:r>
              <a:rPr lang="en-US" altLang="en-US" b="1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setprecision</a:t>
            </a:r>
            <a:r>
              <a:rPr lang="en-US" altLang="en-US" b="1">
                <a:ea typeface="ＭＳ Ｐゴシック" panose="020B0600070205080204" pitchFamily="34" charset="-128"/>
              </a:rPr>
              <a:t> stream manipulator</a:t>
            </a:r>
            <a:r>
              <a:rPr lang="en-US" altLang="en-US">
                <a:ea typeface="ＭＳ Ｐゴシック" panose="020B0600070205080204" pitchFamily="34" charset="-128"/>
              </a:rPr>
              <a:t> controls number of decimal places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Syntax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setprecision(</a:t>
            </a:r>
            <a:r>
              <a:rPr lang="en-US" altLang="en-US" i="1">
                <a:ea typeface="ＭＳ Ｐゴシック" panose="020B0600070205080204" pitchFamily="34" charset="-128"/>
              </a:rPr>
              <a:t>numberOfDecimalPlaces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)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You can include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setprecision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fixed</a:t>
            </a:r>
            <a:r>
              <a:rPr lang="en-US" altLang="en-US">
                <a:ea typeface="ＭＳ Ｐゴシック" panose="020B0600070205080204" pitchFamily="34" charset="-128"/>
              </a:rPr>
              <a:t> manipulators in the same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cout</a:t>
            </a:r>
            <a:r>
              <a:rPr lang="en-US" altLang="en-US">
                <a:ea typeface="ＭＳ Ｐゴシック" panose="020B0600070205080204" pitchFamily="34" charset="-128"/>
              </a:rPr>
              <a:t> statement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Definition of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setprecision</a:t>
            </a:r>
            <a:r>
              <a:rPr lang="en-US" altLang="en-US">
                <a:ea typeface="ＭＳ Ｐゴシック" panose="020B0600070205080204" pitchFamily="34" charset="-128"/>
              </a:rPr>
              <a:t> manipulator contained in iomanip file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Program must contain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#include &lt;iomanip&gt; </a:t>
            </a:r>
            <a:r>
              <a:rPr lang="en-US" altLang="en-US">
                <a:ea typeface="ＭＳ Ｐゴシック" panose="020B0600070205080204" pitchFamily="34" charset="-128"/>
              </a:rPr>
              <a:t>directive to use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setprecision</a:t>
            </a:r>
            <a:r>
              <a:rPr lang="en-US" altLang="en-US">
                <a:ea typeface="ＭＳ Ｐゴシック" panose="020B0600070205080204" pitchFamily="34" charset="-128"/>
              </a:rPr>
              <a:t> manipulator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4CA4D31E-7AFF-4A5E-B1E0-EFC2BD7447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Formatting Numeric Output (cont’d.)</a:t>
            </a:r>
          </a:p>
        </p:txBody>
      </p:sp>
      <p:sp>
        <p:nvSpPr>
          <p:cNvPr id="95236" name="Footer Placeholder 3">
            <a:extLst>
              <a:ext uri="{FF2B5EF4-FFF2-40B4-BE49-F238E27FC236}">
                <a16:creationId xmlns:a16="http://schemas.microsoft.com/office/drawing/2014/main" id="{175138BD-F786-4953-B141-BB815AA89E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5237" name="Slide Number Placeholder 4">
            <a:extLst>
              <a:ext uri="{FF2B5EF4-FFF2-40B4-BE49-F238E27FC236}">
                <a16:creationId xmlns:a16="http://schemas.microsoft.com/office/drawing/2014/main" id="{00FFE333-1FAF-4295-B964-DCE237495F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FFBA0F-3E43-46CD-B123-F92298ED107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479D8E9E-93B4-4B54-93A8-B65BF25E48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Formatting Numeric Output (cont’d.)</a:t>
            </a:r>
          </a:p>
        </p:txBody>
      </p:sp>
      <p:sp>
        <p:nvSpPr>
          <p:cNvPr id="97283" name="Footer Placeholder 3">
            <a:extLst>
              <a:ext uri="{FF2B5EF4-FFF2-40B4-BE49-F238E27FC236}">
                <a16:creationId xmlns:a16="http://schemas.microsoft.com/office/drawing/2014/main" id="{0B9F3C1E-7DBD-4F00-8FEE-745C637D21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7284" name="Slide Number Placeholder 4">
            <a:extLst>
              <a:ext uri="{FF2B5EF4-FFF2-40B4-BE49-F238E27FC236}">
                <a16:creationId xmlns:a16="http://schemas.microsoft.com/office/drawing/2014/main" id="{103302C7-E8BD-443F-B94F-5F232D0022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E165DDC-9E17-4FB8-9B91-22FB8816FCC4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7285" name="TextBox 9">
            <a:extLst>
              <a:ext uri="{FF2B5EF4-FFF2-40B4-BE49-F238E27FC236}">
                <a16:creationId xmlns:a16="http://schemas.microsoft.com/office/drawing/2014/main" id="{0E5CFB91-9539-4507-B9DF-A215CDA297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25" y="5603875"/>
            <a:ext cx="4165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5-21 How to use the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fixed</a:t>
            </a: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  <a:cs typeface="Courier New" panose="02070309020205020404" pitchFamily="49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and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scientific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stream manipulators</a:t>
            </a:r>
          </a:p>
        </p:txBody>
      </p:sp>
      <p:pic>
        <p:nvPicPr>
          <p:cNvPr id="97286" name="Picture 7">
            <a:extLst>
              <a:ext uri="{FF2B5EF4-FFF2-40B4-BE49-F238E27FC236}">
                <a16:creationId xmlns:a16="http://schemas.microsoft.com/office/drawing/2014/main" id="{3B8460B3-E393-4400-9FD5-0C189EEB0D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0" y="1301750"/>
            <a:ext cx="7251700" cy="415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2992EBD7-E9E6-463F-B0A1-46CA5045D3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Formatting Numeric Output (cont’d.)</a:t>
            </a:r>
          </a:p>
        </p:txBody>
      </p:sp>
      <p:sp>
        <p:nvSpPr>
          <p:cNvPr id="99331" name="Footer Placeholder 3">
            <a:extLst>
              <a:ext uri="{FF2B5EF4-FFF2-40B4-BE49-F238E27FC236}">
                <a16:creationId xmlns:a16="http://schemas.microsoft.com/office/drawing/2014/main" id="{B211ED17-FC63-472C-9176-6087C800D5E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99332" name="Slide Number Placeholder 4">
            <a:extLst>
              <a:ext uri="{FF2B5EF4-FFF2-40B4-BE49-F238E27FC236}">
                <a16:creationId xmlns:a16="http://schemas.microsoft.com/office/drawing/2014/main" id="{D03DA001-0936-4FAB-B045-12C7BBA9CD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0E011A-5DEA-43A3-BD9D-0D1FE7A6FBD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9333" name="TextBox 9">
            <a:extLst>
              <a:ext uri="{FF2B5EF4-FFF2-40B4-BE49-F238E27FC236}">
                <a16:creationId xmlns:a16="http://schemas.microsoft.com/office/drawing/2014/main" id="{C75E72FB-E92B-4B84-BD7E-28BF7E29E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1900" y="5791200"/>
            <a:ext cx="6769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5-22 How to use the </a:t>
            </a:r>
            <a:r>
              <a:rPr lang="en-US" altLang="en-US" sz="180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setprecision</a:t>
            </a: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  <a:cs typeface="Courier New" panose="02070309020205020404" pitchFamily="49" charset="0"/>
              </a:rPr>
              <a:t> stream manipulator</a:t>
            </a:r>
          </a:p>
        </p:txBody>
      </p:sp>
      <p:pic>
        <p:nvPicPr>
          <p:cNvPr id="99334" name="Picture 7">
            <a:extLst>
              <a:ext uri="{FF2B5EF4-FFF2-40B4-BE49-F238E27FC236}">
                <a16:creationId xmlns:a16="http://schemas.microsoft.com/office/drawing/2014/main" id="{374F6D2A-74BD-4660-A5D8-5D81ACEA8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331913"/>
            <a:ext cx="7696200" cy="419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3">
            <a:extLst>
              <a:ext uri="{FF2B5EF4-FFF2-40B4-BE49-F238E27FC236}">
                <a16:creationId xmlns:a16="http://schemas.microsoft.com/office/drawing/2014/main" id="{2651442A-CEB0-4AAF-A030-B329A91AF4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Selection structure used when you want a program to make a decision before choosing next instruction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Selection structure’s condition must evaluate to true or false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 single-alternative and dual-alternative selection structures, the instructions followed when the condition is true are placed in the true path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In dual-alternative selection structures, the instructions followed when the condition is false are placed in the false path</a:t>
            </a: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6F9CDF80-D6EB-4426-B84B-B004B95B6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</a:t>
            </a:r>
          </a:p>
        </p:txBody>
      </p:sp>
      <p:sp>
        <p:nvSpPr>
          <p:cNvPr id="101380" name="Footer Placeholder 3">
            <a:extLst>
              <a:ext uri="{FF2B5EF4-FFF2-40B4-BE49-F238E27FC236}">
                <a16:creationId xmlns:a16="http://schemas.microsoft.com/office/drawing/2014/main" id="{622D610D-70E9-46A5-AFCC-03EB478AFB6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1381" name="Slide Number Placeholder 4">
            <a:extLst>
              <a:ext uri="{FF2B5EF4-FFF2-40B4-BE49-F238E27FC236}">
                <a16:creationId xmlns:a16="http://schemas.microsoft.com/office/drawing/2014/main" id="{D6F509B5-0E4F-4E35-9402-B5F22B6B39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3B0CDCE-1B7F-4ED1-AD1E-2C24B2E9E3F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3">
            <a:extLst>
              <a:ext uri="{FF2B5EF4-FFF2-40B4-BE49-F238E27FC236}">
                <a16:creationId xmlns:a16="http://schemas.microsoft.com/office/drawing/2014/main" id="{144FA9C9-3E0A-4A8D-8815-AD85DBEF83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 diamond (decision symbol) is used to represent a selection structure’s condition in a flowchart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Each selection structure has one flowline going into the diamond and two coming out (“T” line represents the true path, and “F” line the false path)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if</a:t>
            </a:r>
            <a:r>
              <a:rPr lang="en-US" altLang="en-US">
                <a:ea typeface="ＭＳ Ｐゴシック" panose="020B0600070205080204" pitchFamily="34" charset="-128"/>
              </a:rPr>
              <a:t> statement is used to code most selection structures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True or false paths with more than one statement must be entered as a statement block (enclosed in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{}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D145AB5E-671E-4BEC-9DAF-CE9F4B0290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103428" name="Footer Placeholder 3">
            <a:extLst>
              <a:ext uri="{FF2B5EF4-FFF2-40B4-BE49-F238E27FC236}">
                <a16:creationId xmlns:a16="http://schemas.microsoft.com/office/drawing/2014/main" id="{79789638-C260-4BD5-A6A0-6405924C04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3429" name="Slide Number Placeholder 4">
            <a:extLst>
              <a:ext uri="{FF2B5EF4-FFF2-40B4-BE49-F238E27FC236}">
                <a16:creationId xmlns:a16="http://schemas.microsoft.com/office/drawing/2014/main" id="{F8F20594-7AD3-4997-A1B8-49447429E2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865841-E40B-4FA2-B162-E9A47187E3E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3">
            <a:extLst>
              <a:ext uri="{FF2B5EF4-FFF2-40B4-BE49-F238E27FC236}">
                <a16:creationId xmlns:a16="http://schemas.microsoft.com/office/drawing/2014/main" id="{F6A56FDE-B1D8-412B-9CBA-F760815FB6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Good practice to end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if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else</a:t>
            </a:r>
            <a:r>
              <a:rPr lang="en-US" altLang="en-US">
                <a:ea typeface="ＭＳ Ｐゴシック" panose="020B0600070205080204" pitchFamily="34" charset="-128"/>
              </a:rPr>
              <a:t> statements with a comment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//end if</a:t>
            </a:r>
            <a:r>
              <a:rPr lang="en-US" altLang="en-US">
                <a:ea typeface="ＭＳ Ｐゴシック" panose="020B0600070205080204" pitchFamily="34" charset="-128"/>
              </a:rPr>
              <a:t>)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Comparison operators are used to compare values – Expressions using them evaluate to true or false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Comparison operators have precedence ordering similar to arithmetic operators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Don’t use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==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!=</a:t>
            </a:r>
            <a:r>
              <a:rPr lang="en-US" altLang="en-US">
                <a:ea typeface="ＭＳ Ｐゴシック" panose="020B0600070205080204" pitchFamily="34" charset="-128"/>
              </a:rPr>
              <a:t> to compare real numbers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Local variables can only be used in the statement block in which they are declared</a:t>
            </a: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EB079153-A30E-4A9B-A498-6B8862F65F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105476" name="Footer Placeholder 3">
            <a:extLst>
              <a:ext uri="{FF2B5EF4-FFF2-40B4-BE49-F238E27FC236}">
                <a16:creationId xmlns:a16="http://schemas.microsoft.com/office/drawing/2014/main" id="{C5CA8A5D-8EFB-468A-8C67-EA3460FE9A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5477" name="Slide Number Placeholder 4">
            <a:extLst>
              <a:ext uri="{FF2B5EF4-FFF2-40B4-BE49-F238E27FC236}">
                <a16:creationId xmlns:a16="http://schemas.microsoft.com/office/drawing/2014/main" id="{F3673CB3-4E5A-4D29-9024-7C9CCE3DF48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6CFF1B4-6C26-45EA-95C7-4AE61EEA7298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3">
            <a:extLst>
              <a:ext uri="{FF2B5EF4-FFF2-40B4-BE49-F238E27FC236}">
                <a16:creationId xmlns:a16="http://schemas.microsoft.com/office/drawing/2014/main" id="{DD785B8F-0DC2-48AB-A73E-8AF1DF869E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Expressions with logical operators evaluate to true or false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And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&amp;&amp;</a:t>
            </a:r>
            <a:r>
              <a:rPr lang="en-US" altLang="en-US">
                <a:ea typeface="ＭＳ Ｐゴシック" panose="020B0600070205080204" pitchFamily="34" charset="-128"/>
              </a:rPr>
              <a:t>) and Or (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||</a:t>
            </a:r>
            <a:r>
              <a:rPr lang="en-US" altLang="en-US">
                <a:ea typeface="ＭＳ Ｐゴシック" panose="020B0600070205080204" pitchFamily="34" charset="-128"/>
              </a:rPr>
              <a:t>) are logical operators, which also have precedence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Arithmetic operators are evaluated first in an expression, followed by comparison operators and then logical operators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Character comparisons are case sensitive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toupper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tolower</a:t>
            </a:r>
            <a:r>
              <a:rPr lang="en-US" altLang="en-US">
                <a:ea typeface="ＭＳ Ｐゴシック" panose="020B0600070205080204" pitchFamily="34" charset="-128"/>
              </a:rPr>
              <a:t> functions temporarily convert a character to upper or lowercase</a:t>
            </a:r>
          </a:p>
          <a:p>
            <a:pPr eaLnBrk="1" hangingPunct="1"/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8980DFEC-F95E-4272-97A2-1D804F7A51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107524" name="Footer Placeholder 3">
            <a:extLst>
              <a:ext uri="{FF2B5EF4-FFF2-40B4-BE49-F238E27FC236}">
                <a16:creationId xmlns:a16="http://schemas.microsoft.com/office/drawing/2014/main" id="{AB8F39E3-290A-4E98-8DC1-3FCDC65996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7525" name="Slide Number Placeholder 4">
            <a:extLst>
              <a:ext uri="{FF2B5EF4-FFF2-40B4-BE49-F238E27FC236}">
                <a16:creationId xmlns:a16="http://schemas.microsoft.com/office/drawing/2014/main" id="{F7F35C25-BE3B-458C-A2CC-6002FB18AE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E2C909B-1B9E-445C-8582-ABF79ACDC6E2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3">
            <a:extLst>
              <a:ext uri="{FF2B5EF4-FFF2-40B4-BE49-F238E27FC236}">
                <a16:creationId xmlns:a16="http://schemas.microsoft.com/office/drawing/2014/main" id="{9EA5524E-34BD-4B38-AE71-E16815CA99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fixed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scientific</a:t>
            </a:r>
            <a:r>
              <a:rPr lang="en-US" altLang="en-US">
                <a:ea typeface="ＭＳ Ｐゴシック" panose="020B0600070205080204" pitchFamily="34" charset="-128"/>
              </a:rPr>
              <a:t> stream manipulators allow you to format real numbers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setprecision</a:t>
            </a:r>
            <a:r>
              <a:rPr lang="en-US" altLang="en-US">
                <a:ea typeface="ＭＳ Ｐゴシック" panose="020B0600070205080204" pitchFamily="34" charset="-128"/>
              </a:rPr>
              <a:t> manipulator allows you to specify the number of decimal places that appear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fixed</a:t>
            </a:r>
            <a:r>
              <a:rPr lang="en-US" altLang="en-US">
                <a:ea typeface="ＭＳ Ｐゴシック" panose="020B0600070205080204" pitchFamily="34" charset="-128"/>
              </a:rPr>
              <a:t> and </a:t>
            </a:r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scientific</a:t>
            </a:r>
            <a:r>
              <a:rPr lang="en-US" altLang="en-US">
                <a:ea typeface="ＭＳ Ｐゴシック" panose="020B0600070205080204" pitchFamily="34" charset="-128"/>
              </a:rPr>
              <a:t> are defined in the iostream file</a:t>
            </a:r>
          </a:p>
          <a:p>
            <a:pPr eaLnBrk="1" hangingPunct="1"/>
            <a:r>
              <a:rPr lang="en-US" altLang="en-US">
                <a:latin typeface="Courier New" panose="02070309020205020404" pitchFamily="49" charset="0"/>
                <a:ea typeface="ＭＳ Ｐゴシック" panose="020B0600070205080204" pitchFamily="34" charset="-128"/>
                <a:cs typeface="Courier New" panose="02070309020205020404" pitchFamily="49" charset="0"/>
              </a:rPr>
              <a:t>setprecision</a:t>
            </a:r>
            <a:r>
              <a:rPr lang="en-US" altLang="en-US">
                <a:ea typeface="ＭＳ Ｐゴシック" panose="020B0600070205080204" pitchFamily="34" charset="-128"/>
              </a:rPr>
              <a:t> is defined in the iomanip file</a:t>
            </a: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0070805D-8C34-4D25-A05B-14D96062A4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Summary (cont’d.)</a:t>
            </a:r>
          </a:p>
        </p:txBody>
      </p:sp>
      <p:sp>
        <p:nvSpPr>
          <p:cNvPr id="109572" name="Footer Placeholder 3">
            <a:extLst>
              <a:ext uri="{FF2B5EF4-FFF2-40B4-BE49-F238E27FC236}">
                <a16:creationId xmlns:a16="http://schemas.microsoft.com/office/drawing/2014/main" id="{85628477-80C4-483A-B155-B428D5FBC91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09573" name="Slide Number Placeholder 4">
            <a:extLst>
              <a:ext uri="{FF2B5EF4-FFF2-40B4-BE49-F238E27FC236}">
                <a16:creationId xmlns:a16="http://schemas.microsoft.com/office/drawing/2014/main" id="{4C95615F-68AD-46EE-BB81-794B14C450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7C203FD-86ED-4B78-B1CE-5C1D991E8B0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CD528C09-3B50-4E63-AE4E-16B8A7EE77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5-1: Stop and Analyze</a:t>
            </a:r>
          </a:p>
        </p:txBody>
      </p:sp>
      <p:sp>
        <p:nvSpPr>
          <p:cNvPr id="111619" name="Footer Placeholder 3">
            <a:extLst>
              <a:ext uri="{FF2B5EF4-FFF2-40B4-BE49-F238E27FC236}">
                <a16:creationId xmlns:a16="http://schemas.microsoft.com/office/drawing/2014/main" id="{F48442E0-0D92-47AE-A76C-73B22DD1584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1620" name="Slide Number Placeholder 4">
            <a:extLst>
              <a:ext uri="{FF2B5EF4-FFF2-40B4-BE49-F238E27FC236}">
                <a16:creationId xmlns:a16="http://schemas.microsoft.com/office/drawing/2014/main" id="{8CAFD78F-68F2-4FD8-B480-ED9C644779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872DC00-E9C4-4782-9CED-DF9AA5C0BF41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1621" name="TextBox 7">
            <a:extLst>
              <a:ext uri="{FF2B5EF4-FFF2-40B4-BE49-F238E27FC236}">
                <a16:creationId xmlns:a16="http://schemas.microsoft.com/office/drawing/2014/main" id="{2BA0AEFF-3D29-4672-A188-35C42270E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6888" y="5943600"/>
            <a:ext cx="35877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5-23 Program for Lab 5-1</a:t>
            </a:r>
          </a:p>
        </p:txBody>
      </p:sp>
      <p:pic>
        <p:nvPicPr>
          <p:cNvPr id="111622" name="Picture 7">
            <a:extLst>
              <a:ext uri="{FF2B5EF4-FFF2-40B4-BE49-F238E27FC236}">
                <a16:creationId xmlns:a16="http://schemas.microsoft.com/office/drawing/2014/main" id="{181CB9EC-64F6-4425-AD65-2DC3C9307B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308100"/>
            <a:ext cx="5308600" cy="455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Content Placeholder 5">
            <a:extLst>
              <a:ext uri="{FF2B5EF4-FFF2-40B4-BE49-F238E27FC236}">
                <a16:creationId xmlns:a16="http://schemas.microsoft.com/office/drawing/2014/main" id="{BC94EE4E-3E45-486E-9C32-FA5F1305A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Plan and create an algorithm for the Heaton Boutique problem below</a:t>
            </a: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11129AC4-B1B9-4CF0-9D81-0748C9DA5E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5-2: Plan and Create</a:t>
            </a:r>
          </a:p>
        </p:txBody>
      </p:sp>
      <p:sp>
        <p:nvSpPr>
          <p:cNvPr id="113668" name="Footer Placeholder 3">
            <a:extLst>
              <a:ext uri="{FF2B5EF4-FFF2-40B4-BE49-F238E27FC236}">
                <a16:creationId xmlns:a16="http://schemas.microsoft.com/office/drawing/2014/main" id="{A5DB70A6-3523-4EE5-8F23-8DD22DE33F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3669" name="Slide Number Placeholder 4">
            <a:extLst>
              <a:ext uri="{FF2B5EF4-FFF2-40B4-BE49-F238E27FC236}">
                <a16:creationId xmlns:a16="http://schemas.microsoft.com/office/drawing/2014/main" id="{145DD3B4-B2B6-462D-86E3-C8D6401A61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F2BA475-97DD-406F-A262-72D5BE5F6C0C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3670" name="TextBox 12">
            <a:extLst>
              <a:ext uri="{FF2B5EF4-FFF2-40B4-BE49-F238E27FC236}">
                <a16:creationId xmlns:a16="http://schemas.microsoft.com/office/drawing/2014/main" id="{514194FF-FC10-4AF9-BC72-103F8A2C6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5692775"/>
            <a:ext cx="4876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5-24 Problem specification for Lab 5-2</a:t>
            </a:r>
          </a:p>
        </p:txBody>
      </p:sp>
      <p:pic>
        <p:nvPicPr>
          <p:cNvPr id="113671" name="Picture 8">
            <a:extLst>
              <a:ext uri="{FF2B5EF4-FFF2-40B4-BE49-F238E27FC236}">
                <a16:creationId xmlns:a16="http://schemas.microsoft.com/office/drawing/2014/main" id="{E344F596-86CC-4542-B980-A8A05C530B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00" y="2500313"/>
            <a:ext cx="8432800" cy="185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>
            <a:extLst>
              <a:ext uri="{FF2B5EF4-FFF2-40B4-BE49-F238E27FC236}">
                <a16:creationId xmlns:a16="http://schemas.microsoft.com/office/drawing/2014/main" id="{ECE11B04-950B-47EE-96F5-A320DA5777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5-2: Plan and Create (cont’d.)</a:t>
            </a:r>
          </a:p>
        </p:txBody>
      </p:sp>
      <p:sp>
        <p:nvSpPr>
          <p:cNvPr id="115715" name="Footer Placeholder 3">
            <a:extLst>
              <a:ext uri="{FF2B5EF4-FFF2-40B4-BE49-F238E27FC236}">
                <a16:creationId xmlns:a16="http://schemas.microsoft.com/office/drawing/2014/main" id="{D320631F-3FF1-47C4-A135-B2DDA8F97E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5716" name="Slide Number Placeholder 4">
            <a:extLst>
              <a:ext uri="{FF2B5EF4-FFF2-40B4-BE49-F238E27FC236}">
                <a16:creationId xmlns:a16="http://schemas.microsoft.com/office/drawing/2014/main" id="{4202793B-A799-42BD-B54C-7C2C0BA165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2816843-D216-4855-A629-0D7AA27BA90F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5717" name="TextBox 12">
            <a:extLst>
              <a:ext uri="{FF2B5EF4-FFF2-40B4-BE49-F238E27FC236}">
                <a16:creationId xmlns:a16="http://schemas.microsoft.com/office/drawing/2014/main" id="{613CF0C4-F11B-4A69-8E2F-6B38C923AE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0" y="5692775"/>
            <a:ext cx="6972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5-25 Completed IPO chart for the Heaton Boutique program</a:t>
            </a:r>
          </a:p>
        </p:txBody>
      </p:sp>
      <p:pic>
        <p:nvPicPr>
          <p:cNvPr id="115718" name="Picture 2">
            <a:extLst>
              <a:ext uri="{FF2B5EF4-FFF2-40B4-BE49-F238E27FC236}">
                <a16:creationId xmlns:a16="http://schemas.microsoft.com/office/drawing/2014/main" id="{A0D14569-1705-4C47-A048-283309938D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87450" y="1524000"/>
            <a:ext cx="6769100" cy="4102100"/>
          </a:xfrm>
          <a:noFill/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>
            <a:extLst>
              <a:ext uri="{FF2B5EF4-FFF2-40B4-BE49-F238E27FC236}">
                <a16:creationId xmlns:a16="http://schemas.microsoft.com/office/drawing/2014/main" id="{C0BCCFE3-2E53-4DC5-934B-6E6AB0FAA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5-2: Plan and Create (cont’d.)</a:t>
            </a:r>
          </a:p>
        </p:txBody>
      </p:sp>
      <p:sp>
        <p:nvSpPr>
          <p:cNvPr id="117763" name="Footer Placeholder 3">
            <a:extLst>
              <a:ext uri="{FF2B5EF4-FFF2-40B4-BE49-F238E27FC236}">
                <a16:creationId xmlns:a16="http://schemas.microsoft.com/office/drawing/2014/main" id="{85401F12-8DC3-492A-BACB-547EB07724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7764" name="Slide Number Placeholder 4">
            <a:extLst>
              <a:ext uri="{FF2B5EF4-FFF2-40B4-BE49-F238E27FC236}">
                <a16:creationId xmlns:a16="http://schemas.microsoft.com/office/drawing/2014/main" id="{D87B5DAE-A141-48F1-B9C9-B92FCC7DE7D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EB5B449-82FE-4E48-890B-228B895463FB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7765" name="TextBox 12">
            <a:extLst>
              <a:ext uri="{FF2B5EF4-FFF2-40B4-BE49-F238E27FC236}">
                <a16:creationId xmlns:a16="http://schemas.microsoft.com/office/drawing/2014/main" id="{C9766DB7-1282-4B13-A923-3B49759AEE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5448300"/>
            <a:ext cx="7861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5-26 Completed desk-check table for the Heaton Boutique algorithm</a:t>
            </a:r>
          </a:p>
        </p:txBody>
      </p:sp>
      <p:pic>
        <p:nvPicPr>
          <p:cNvPr id="117766" name="Picture 2">
            <a:extLst>
              <a:ext uri="{FF2B5EF4-FFF2-40B4-BE49-F238E27FC236}">
                <a16:creationId xmlns:a16="http://schemas.microsoft.com/office/drawing/2014/main" id="{D4BAEE8D-3B73-40A2-98E5-9358E6871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536700"/>
            <a:ext cx="8077200" cy="3695700"/>
          </a:xfrm>
          <a:noFill/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792BDD89-2D08-4762-8846-CC462A6E4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5-2: Plan and Create (cont’d.)</a:t>
            </a:r>
          </a:p>
        </p:txBody>
      </p:sp>
      <p:sp>
        <p:nvSpPr>
          <p:cNvPr id="119811" name="Footer Placeholder 3">
            <a:extLst>
              <a:ext uri="{FF2B5EF4-FFF2-40B4-BE49-F238E27FC236}">
                <a16:creationId xmlns:a16="http://schemas.microsoft.com/office/drawing/2014/main" id="{7A1AA2FD-CCF9-4791-9471-6115BB53AF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19812" name="Slide Number Placeholder 4">
            <a:extLst>
              <a:ext uri="{FF2B5EF4-FFF2-40B4-BE49-F238E27FC236}">
                <a16:creationId xmlns:a16="http://schemas.microsoft.com/office/drawing/2014/main" id="{CF98E75D-FBFC-47E8-9035-649F08CD5D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D49A8B7-7526-42C1-B6D9-1557C4FF067C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19813" name="TextBox 12">
            <a:extLst>
              <a:ext uri="{FF2B5EF4-FFF2-40B4-BE49-F238E27FC236}">
                <a16:creationId xmlns:a16="http://schemas.microsoft.com/office/drawing/2014/main" id="{B69BA7E7-494D-4D02-8C7C-BA198FC54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9100" y="5448300"/>
            <a:ext cx="5842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5-27 IPO chart information and C++ instructions for the Heaton Boutique problem</a:t>
            </a:r>
          </a:p>
        </p:txBody>
      </p:sp>
      <p:pic>
        <p:nvPicPr>
          <p:cNvPr id="119814" name="Picture 2">
            <a:extLst>
              <a:ext uri="{FF2B5EF4-FFF2-40B4-BE49-F238E27FC236}">
                <a16:creationId xmlns:a16="http://schemas.microsoft.com/office/drawing/2014/main" id="{16CBFAEF-1E06-498C-A317-0C8A20BD7D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357438" y="1308100"/>
            <a:ext cx="4403725" cy="4089400"/>
          </a:xfrm>
          <a:noFill/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>
            <a:extLst>
              <a:ext uri="{FF2B5EF4-FFF2-40B4-BE49-F238E27FC236}">
                <a16:creationId xmlns:a16="http://schemas.microsoft.com/office/drawing/2014/main" id="{CFAD565B-E8DB-4508-BD02-34D22BE877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5-2: Plan and Create (cont’d.)</a:t>
            </a:r>
          </a:p>
        </p:txBody>
      </p:sp>
      <p:sp>
        <p:nvSpPr>
          <p:cNvPr id="121859" name="Footer Placeholder 3">
            <a:extLst>
              <a:ext uri="{FF2B5EF4-FFF2-40B4-BE49-F238E27FC236}">
                <a16:creationId xmlns:a16="http://schemas.microsoft.com/office/drawing/2014/main" id="{373E089D-5715-487B-BA29-5CAF0AFA6B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21860" name="Slide Number Placeholder 4">
            <a:extLst>
              <a:ext uri="{FF2B5EF4-FFF2-40B4-BE49-F238E27FC236}">
                <a16:creationId xmlns:a16="http://schemas.microsoft.com/office/drawing/2014/main" id="{86A505FD-BD84-40C9-9EEA-CD2AE8EBBA9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54425F6-3795-4990-B310-0FA2F8849031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1861" name="TextBox 12">
            <a:extLst>
              <a:ext uri="{FF2B5EF4-FFF2-40B4-BE49-F238E27FC236}">
                <a16:creationId xmlns:a16="http://schemas.microsoft.com/office/drawing/2014/main" id="{5269DE38-1076-4117-A701-F68DF133D2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" y="5448300"/>
            <a:ext cx="777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5-28 Completed desk-check table for the Heaton Boutique program</a:t>
            </a:r>
          </a:p>
        </p:txBody>
      </p:sp>
      <p:pic>
        <p:nvPicPr>
          <p:cNvPr id="121862" name="Picture 2">
            <a:extLst>
              <a:ext uri="{FF2B5EF4-FFF2-40B4-BE49-F238E27FC236}">
                <a16:creationId xmlns:a16="http://schemas.microsoft.com/office/drawing/2014/main" id="{0618E9E8-A355-47FC-9CD7-CF36441E3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3400" y="1625600"/>
            <a:ext cx="8077200" cy="3708400"/>
          </a:xfrm>
          <a:noFill/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>
            <a:extLst>
              <a:ext uri="{FF2B5EF4-FFF2-40B4-BE49-F238E27FC236}">
                <a16:creationId xmlns:a16="http://schemas.microsoft.com/office/drawing/2014/main" id="{1928365B-ADAC-4ABC-8C55-62C2C6BF40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5-2: Plan and Create (cont’d.)</a:t>
            </a:r>
          </a:p>
        </p:txBody>
      </p:sp>
      <p:sp>
        <p:nvSpPr>
          <p:cNvPr id="123907" name="Footer Placeholder 3">
            <a:extLst>
              <a:ext uri="{FF2B5EF4-FFF2-40B4-BE49-F238E27FC236}">
                <a16:creationId xmlns:a16="http://schemas.microsoft.com/office/drawing/2014/main" id="{13809A90-6102-4C24-8032-DF4EC7BA4E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23908" name="Slide Number Placeholder 4">
            <a:extLst>
              <a:ext uri="{FF2B5EF4-FFF2-40B4-BE49-F238E27FC236}">
                <a16:creationId xmlns:a16="http://schemas.microsoft.com/office/drawing/2014/main" id="{62D89324-1169-46F2-B5B7-B0E776DE2F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5278B12-A4D5-472A-91E3-44C915EB5274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23909" name="TextBox 12">
            <a:extLst>
              <a:ext uri="{FF2B5EF4-FFF2-40B4-BE49-F238E27FC236}">
                <a16:creationId xmlns:a16="http://schemas.microsoft.com/office/drawing/2014/main" id="{B8BB8854-B5EB-4976-A77B-4F1D54BE15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0" y="5664200"/>
            <a:ext cx="4343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5-29 Heaton Boutique program</a:t>
            </a:r>
          </a:p>
        </p:txBody>
      </p:sp>
      <p:pic>
        <p:nvPicPr>
          <p:cNvPr id="123910" name="Picture 2">
            <a:extLst>
              <a:ext uri="{FF2B5EF4-FFF2-40B4-BE49-F238E27FC236}">
                <a16:creationId xmlns:a16="http://schemas.microsoft.com/office/drawing/2014/main" id="{D3FF9D4B-568E-4CA3-8AA7-02256140D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44700" y="1308100"/>
            <a:ext cx="5143500" cy="4267200"/>
          </a:xfrm>
          <a:noFill/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Content Placeholder 5">
            <a:extLst>
              <a:ext uri="{FF2B5EF4-FFF2-40B4-BE49-F238E27FC236}">
                <a16:creationId xmlns:a16="http://schemas.microsoft.com/office/drawing/2014/main" id="{F7C65E70-F986-4F70-9936-6F0FC07AA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Modify the Heaton Boutique program from Lab 5-2 to give a 10% discount to members of the store’s Premier Club, and a 5% discount to all other customers.</a:t>
            </a:r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BBE19B2F-3F3E-443D-A26E-5143223191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5-3: Modify</a:t>
            </a:r>
          </a:p>
        </p:txBody>
      </p:sp>
      <p:sp>
        <p:nvSpPr>
          <p:cNvPr id="125956" name="Footer Placeholder 3">
            <a:extLst>
              <a:ext uri="{FF2B5EF4-FFF2-40B4-BE49-F238E27FC236}">
                <a16:creationId xmlns:a16="http://schemas.microsoft.com/office/drawing/2014/main" id="{48D896AF-0CF4-4AB3-8CA6-9C3873A5CC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25957" name="Slide Number Placeholder 4">
            <a:extLst>
              <a:ext uri="{FF2B5EF4-FFF2-40B4-BE49-F238E27FC236}">
                <a16:creationId xmlns:a16="http://schemas.microsoft.com/office/drawing/2014/main" id="{F8B99A3F-A25B-425A-8948-C609D9D0D1A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02139D-8BC4-468E-9CBC-9826EB9BF9DA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Content Placeholder 5">
            <a:extLst>
              <a:ext uri="{FF2B5EF4-FFF2-40B4-BE49-F238E27FC236}">
                <a16:creationId xmlns:a16="http://schemas.microsoft.com/office/drawing/2014/main" id="{A55C5CFA-EC16-48B0-9AB2-AEA2A41A1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The program in this lab should display the total price of the tickets purchased by a customer.  A maximum number of 10 tickets can be purchased.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Put the C++ instructions in the proper order, and then determine the one or more missing instructions.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Test the program three times using the following data: 8, 12, and -3.</a:t>
            </a: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AC64B84D-1533-463E-8D5D-B29887E7AE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5-4: What’s Missing?</a:t>
            </a:r>
          </a:p>
        </p:txBody>
      </p:sp>
      <p:sp>
        <p:nvSpPr>
          <p:cNvPr id="128004" name="Footer Placeholder 3">
            <a:extLst>
              <a:ext uri="{FF2B5EF4-FFF2-40B4-BE49-F238E27FC236}">
                <a16:creationId xmlns:a16="http://schemas.microsoft.com/office/drawing/2014/main" id="{2F7A6C53-E104-4F77-BAC8-831387E8E9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28005" name="Slide Number Placeholder 4">
            <a:extLst>
              <a:ext uri="{FF2B5EF4-FFF2-40B4-BE49-F238E27FC236}">
                <a16:creationId xmlns:a16="http://schemas.microsoft.com/office/drawing/2014/main" id="{D055CB46-4953-41F8-9971-1205C9F825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3150999-C124-44AC-8760-80A4DC9A8BDE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Content Placeholder 5">
            <a:extLst>
              <a:ext uri="{FF2B5EF4-FFF2-40B4-BE49-F238E27FC236}">
                <a16:creationId xmlns:a16="http://schemas.microsoft.com/office/drawing/2014/main" id="{44730584-5191-433F-9FD6-B0933DF17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Desk-check the code shown in Figure 5-30 using the numbers 5 and 0.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Although the code displays the appropriate message, is it considered efficient?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How can you make the code more efficient?</a:t>
            </a: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AC573979-FDF4-4740-A0C5-2CAB40DA8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5-5: Desk-Check</a:t>
            </a:r>
          </a:p>
        </p:txBody>
      </p:sp>
      <p:sp>
        <p:nvSpPr>
          <p:cNvPr id="130052" name="Footer Placeholder 3">
            <a:extLst>
              <a:ext uri="{FF2B5EF4-FFF2-40B4-BE49-F238E27FC236}">
                <a16:creationId xmlns:a16="http://schemas.microsoft.com/office/drawing/2014/main" id="{5797A33A-8235-4929-9810-50479543BB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0053" name="Slide Number Placeholder 4">
            <a:extLst>
              <a:ext uri="{FF2B5EF4-FFF2-40B4-BE49-F238E27FC236}">
                <a16:creationId xmlns:a16="http://schemas.microsoft.com/office/drawing/2014/main" id="{5B46B927-DF27-4624-9C36-0653B19B99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E05CD42-0715-48A4-AB00-FBD5342B83A3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30054" name="TextBox 7">
            <a:extLst>
              <a:ext uri="{FF2B5EF4-FFF2-40B4-BE49-F238E27FC236}">
                <a16:creationId xmlns:a16="http://schemas.microsoft.com/office/drawing/2014/main" id="{BB3009C3-78EB-4F43-91D0-007151EF2B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9725" y="5954713"/>
            <a:ext cx="3303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solidFill>
                  <a:schemeClr val="tx1"/>
                </a:solidFill>
                <a:latin typeface="Arial" panose="020B0604020202020204" pitchFamily="34" charset="0"/>
              </a:rPr>
              <a:t>Figure 5-30 Code for Lab 5-5</a:t>
            </a:r>
          </a:p>
        </p:txBody>
      </p:sp>
      <p:pic>
        <p:nvPicPr>
          <p:cNvPr id="130055" name="Picture 2">
            <a:extLst>
              <a:ext uri="{FF2B5EF4-FFF2-40B4-BE49-F238E27FC236}">
                <a16:creationId xmlns:a16="http://schemas.microsoft.com/office/drawing/2014/main" id="{3F964119-60A6-4078-BF54-76A227A04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463" y="3797300"/>
            <a:ext cx="8372475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Content Placeholder 5">
            <a:extLst>
              <a:ext uri="{FF2B5EF4-FFF2-40B4-BE49-F238E27FC236}">
                <a16:creationId xmlns:a16="http://schemas.microsoft.com/office/drawing/2014/main" id="{378F480D-CD0E-4116-90F0-ED2F7421B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Follow the instructions for starting C++ and opening the Ch05-Lab5-6.cpp file.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Test the program using codes 1, 2, and 3. Use 100 as the purchase price.</a:t>
            </a:r>
          </a:p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Debug the program.</a:t>
            </a:r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C23BCE23-2040-4BF8-AC5D-14DDB04900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>
                <a:ea typeface="ＭＳ Ｐゴシック" panose="020B0600070205080204" pitchFamily="34" charset="-128"/>
              </a:rPr>
              <a:t>Lab 5-6: Debug</a:t>
            </a:r>
          </a:p>
        </p:txBody>
      </p:sp>
      <p:sp>
        <p:nvSpPr>
          <p:cNvPr id="132100" name="Footer Placeholder 3">
            <a:extLst>
              <a:ext uri="{FF2B5EF4-FFF2-40B4-BE49-F238E27FC236}">
                <a16:creationId xmlns:a16="http://schemas.microsoft.com/office/drawing/2014/main" id="{B7205586-5472-48BC-9369-44E4597D558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t>An Introduction to Programming with C++, Eighth Edition</a:t>
            </a:r>
          </a:p>
        </p:txBody>
      </p:sp>
      <p:sp>
        <p:nvSpPr>
          <p:cNvPr id="132101" name="Slide Number Placeholder 4">
            <a:extLst>
              <a:ext uri="{FF2B5EF4-FFF2-40B4-BE49-F238E27FC236}">
                <a16:creationId xmlns:a16="http://schemas.microsoft.com/office/drawing/2014/main" id="{17A6DD8B-6337-401E-92B2-8295F63B29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6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rgbClr val="222222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6164177-6F59-44E8-9D50-619E12D6B7AD}" type="slidenum">
              <a:rPr lang="en-US" altLang="en-US" sz="1400">
                <a:solidFill>
                  <a:schemeClr val="tx1"/>
                </a:solidFill>
                <a:latin typeface="Arial" panose="020B0604020202020204" pitchFamily="34" charset="0"/>
              </a:rPr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en-US" sz="14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gular Page">
  <a:themeElements>
    <a:clrScheme name="Default Design 6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C0C0C0"/>
      </a:accent1>
      <a:accent2>
        <a:srgbClr val="0066FF"/>
      </a:accent2>
      <a:accent3>
        <a:srgbClr val="FFFFFF"/>
      </a:accent3>
      <a:accent4>
        <a:srgbClr val="000000"/>
      </a:accent4>
      <a:accent5>
        <a:srgbClr val="DCDCDC"/>
      </a:accent5>
      <a:accent6>
        <a:srgbClr val="005CE7"/>
      </a:accent6>
      <a:hlink>
        <a:srgbClr val="FF0000"/>
      </a:hlink>
      <a:folHlink>
        <a:srgbClr val="009900"/>
      </a:folHlink>
    </a:clrScheme>
    <a:fontScheme name="Mod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rgbClr val="FFFFFF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FFFF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FFFFFF"/>
        </a:accent5>
        <a:accent6>
          <a:srgbClr val="2D2DB9"/>
        </a:accent6>
        <a:hlink>
          <a:srgbClr val="FFFF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Regular Page</Template>
  <TotalTime>0</TotalTime>
  <Words>3008</Words>
  <Application>Microsoft Office PowerPoint</Application>
  <PresentationFormat>On-screen Show (4:3)</PresentationFormat>
  <Paragraphs>435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ＭＳ Ｐゴシック</vt:lpstr>
      <vt:lpstr>Arial</vt:lpstr>
      <vt:lpstr>Calibri</vt:lpstr>
      <vt:lpstr>Courier New</vt:lpstr>
      <vt:lpstr>Times New Roman</vt:lpstr>
      <vt:lpstr>Trebuchet MS</vt:lpstr>
      <vt:lpstr>Regular Page</vt:lpstr>
      <vt:lpstr>Chapter 5: The Selection Structure</vt:lpstr>
      <vt:lpstr>Objectives</vt:lpstr>
      <vt:lpstr>Making Decisions</vt:lpstr>
      <vt:lpstr>Making Decisions (cont’d.)</vt:lpstr>
      <vt:lpstr>Making Decisions (cont’d.)</vt:lpstr>
      <vt:lpstr>Making Decisions (cont’d.)</vt:lpstr>
      <vt:lpstr>Making Decisions (cont’d.)</vt:lpstr>
      <vt:lpstr>Flowcharting a Selection Structure</vt:lpstr>
      <vt:lpstr>Flowcharting a Selection Structure (cont’d)</vt:lpstr>
      <vt:lpstr>Coding a Selection Structure in C++</vt:lpstr>
      <vt:lpstr>Coding a Selection Structure in C++ (cont’d.)</vt:lpstr>
      <vt:lpstr>Coding a Selection Structure in C++ (cont’d.)</vt:lpstr>
      <vt:lpstr>Coding a Selection Structure in C++ (cont’d.)</vt:lpstr>
      <vt:lpstr>Comparison Operators</vt:lpstr>
      <vt:lpstr>Comparison Operators (cont’d.)</vt:lpstr>
      <vt:lpstr>Comparison Operators (cont’d.)</vt:lpstr>
      <vt:lpstr>Comparison Operators (cont’d.)</vt:lpstr>
      <vt:lpstr>Comparison Operators (cont’d.)</vt:lpstr>
      <vt:lpstr>Swapping Numeric Values</vt:lpstr>
      <vt:lpstr>Swapping Numeric Values (cont’d.)</vt:lpstr>
      <vt:lpstr>Swapping Numeric Values (cont’d.)</vt:lpstr>
      <vt:lpstr>Swapping Numeric Values (cont’d.)</vt:lpstr>
      <vt:lpstr>Displaying the Area or Circumference</vt:lpstr>
      <vt:lpstr>Displaying the Area or Circumference (cont’d.)</vt:lpstr>
      <vt:lpstr>Displaying the Area or Circumference (cont’d.)</vt:lpstr>
      <vt:lpstr>Displaying the Area or Circumference (cont’d.)</vt:lpstr>
      <vt:lpstr>Logical Operators</vt:lpstr>
      <vt:lpstr>Logical Operators (cont’d.)</vt:lpstr>
      <vt:lpstr>Logical Operators (cont’d.)</vt:lpstr>
      <vt:lpstr>Logical Operators (cont’d.)</vt:lpstr>
      <vt:lpstr>Logical Operators (cont’d.)</vt:lpstr>
      <vt:lpstr>Using the Truth Tables</vt:lpstr>
      <vt:lpstr>Calculating Gross Pay</vt:lpstr>
      <vt:lpstr>Calculating Gross Pay (cont’d.)</vt:lpstr>
      <vt:lpstr>Different version of Area or Circumference program</vt:lpstr>
      <vt:lpstr>Summary of Operators</vt:lpstr>
      <vt:lpstr>Summary of Operators (cont’d.)</vt:lpstr>
      <vt:lpstr>Converting a Character to Uppercase or Lowercase</vt:lpstr>
      <vt:lpstr>Converting a Character to Uppercase or Lowercase (cont’d.)</vt:lpstr>
      <vt:lpstr>Converting a Character to Uppercase or Lowercase (cont’d.)</vt:lpstr>
      <vt:lpstr>Formatting Numeric Output</vt:lpstr>
      <vt:lpstr>Formatting Numeric Output (cont’d.)</vt:lpstr>
      <vt:lpstr>Formatting Numeric Output (cont’d.)</vt:lpstr>
      <vt:lpstr>Formatting Numeric Output (cont’d.)</vt:lpstr>
      <vt:lpstr>Formatting Numeric Output (cont’d.)</vt:lpstr>
      <vt:lpstr>Formatting Numeric Output (cont’d.)</vt:lpstr>
      <vt:lpstr>Summary</vt:lpstr>
      <vt:lpstr>Summary (cont’d.)</vt:lpstr>
      <vt:lpstr>Summary (cont’d.)</vt:lpstr>
      <vt:lpstr>Summary (cont’d.)</vt:lpstr>
      <vt:lpstr>Summary (cont’d.)</vt:lpstr>
      <vt:lpstr>Lab 5-1: Stop and Analyze</vt:lpstr>
      <vt:lpstr>Lab 5-2: Plan and Create</vt:lpstr>
      <vt:lpstr>Lab 5-2: Plan and Create (cont’d.)</vt:lpstr>
      <vt:lpstr>Lab 5-2: Plan and Create (cont’d.)</vt:lpstr>
      <vt:lpstr>Lab 5-2: Plan and Create (cont’d.)</vt:lpstr>
      <vt:lpstr>Lab 5-2: Plan and Create (cont’d.)</vt:lpstr>
      <vt:lpstr>Lab 5-2: Plan and Create (cont’d.)</vt:lpstr>
      <vt:lpstr>Lab 5-3: Modify</vt:lpstr>
      <vt:lpstr>Lab 5-4: What’s Missing?</vt:lpstr>
      <vt:lpstr>Lab 5-5: Desk-Check</vt:lpstr>
      <vt:lpstr>Lab 5-6: Debug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2012-07-19T19:35:59Z</dcterms:created>
  <dcterms:modified xsi:type="dcterms:W3CDTF">2020-07-14T21:05:17Z</dcterms:modified>
</cp:coreProperties>
</file>