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319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32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321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E24005F9-6515-435C-BFD2-E7991DAA6960}"/>
    <pc:docChg chg="custSel modSld">
      <pc:chgData name="" userId="97c7b900f41abbbd" providerId="LiveId" clId="{E24005F9-6515-435C-BFD2-E7991DAA6960}" dt="2020-07-15T20:13:38.301" v="364" actId="6549"/>
      <pc:docMkLst>
        <pc:docMk/>
      </pc:docMkLst>
      <pc:sldChg chg="modSp">
        <pc:chgData name="" userId="97c7b900f41abbbd" providerId="LiveId" clId="{E24005F9-6515-435C-BFD2-E7991DAA6960}" dt="2020-07-15T20:03:07.801" v="0" actId="962"/>
        <pc:sldMkLst>
          <pc:docMk/>
          <pc:sldMk cId="2158320025" sldId="259"/>
        </pc:sldMkLst>
        <pc:picChg chg="mod">
          <ac:chgData name="" userId="97c7b900f41abbbd" providerId="LiveId" clId="{E24005F9-6515-435C-BFD2-E7991DAA6960}" dt="2020-07-15T20:03:07.801" v="0" actId="962"/>
          <ac:picMkLst>
            <pc:docMk/>
            <pc:sldMk cId="2158320025" sldId="259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3:13.369" v="1" actId="962"/>
        <pc:sldMkLst>
          <pc:docMk/>
          <pc:sldMk cId="4025728271" sldId="261"/>
        </pc:sldMkLst>
        <pc:picChg chg="mod">
          <ac:chgData name="" userId="97c7b900f41abbbd" providerId="LiveId" clId="{E24005F9-6515-435C-BFD2-E7991DAA6960}" dt="2020-07-15T20:03:13.369" v="1" actId="962"/>
          <ac:picMkLst>
            <pc:docMk/>
            <pc:sldMk cId="4025728271" sldId="261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3:16.913" v="2" actId="962"/>
        <pc:sldMkLst>
          <pc:docMk/>
          <pc:sldMk cId="844184406" sldId="263"/>
        </pc:sldMkLst>
        <pc:picChg chg="mod">
          <ac:chgData name="" userId="97c7b900f41abbbd" providerId="LiveId" clId="{E24005F9-6515-435C-BFD2-E7991DAA6960}" dt="2020-07-15T20:03:16.913" v="2" actId="962"/>
          <ac:picMkLst>
            <pc:docMk/>
            <pc:sldMk cId="844184406" sldId="263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9:41.901" v="207" actId="20577"/>
        <pc:sldMkLst>
          <pc:docMk/>
          <pc:sldMk cId="242947923" sldId="264"/>
        </pc:sldMkLst>
        <pc:spChg chg="mod">
          <ac:chgData name="" userId="97c7b900f41abbbd" providerId="LiveId" clId="{E24005F9-6515-435C-BFD2-E7991DAA6960}" dt="2020-07-15T20:09:41.901" v="207" actId="20577"/>
          <ac:spMkLst>
            <pc:docMk/>
            <pc:sldMk cId="242947923" sldId="264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4:53.922" v="22" actId="20577"/>
        <pc:sldMkLst>
          <pc:docMk/>
          <pc:sldMk cId="2727550662" sldId="265"/>
        </pc:sldMkLst>
        <pc:spChg chg="mod">
          <ac:chgData name="" userId="97c7b900f41abbbd" providerId="LiveId" clId="{E24005F9-6515-435C-BFD2-E7991DAA6960}" dt="2020-07-15T20:04:53.922" v="22" actId="20577"/>
          <ac:spMkLst>
            <pc:docMk/>
            <pc:sldMk cId="2727550662" sldId="265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3:20.738" v="3" actId="962"/>
          <ac:picMkLst>
            <pc:docMk/>
            <pc:sldMk cId="2727550662" sldId="265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3:24.228" v="4" actId="962"/>
        <pc:sldMkLst>
          <pc:docMk/>
          <pc:sldMk cId="73962395" sldId="266"/>
        </pc:sldMkLst>
        <pc:picChg chg="mod">
          <ac:chgData name="" userId="97c7b900f41abbbd" providerId="LiveId" clId="{E24005F9-6515-435C-BFD2-E7991DAA6960}" dt="2020-07-15T20:03:24.228" v="4" actId="962"/>
          <ac:picMkLst>
            <pc:docMk/>
            <pc:sldMk cId="73962395" sldId="266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3:31.781" v="6" actId="962"/>
        <pc:sldMkLst>
          <pc:docMk/>
          <pc:sldMk cId="2872096283" sldId="267"/>
        </pc:sldMkLst>
        <pc:picChg chg="mod">
          <ac:chgData name="" userId="97c7b900f41abbbd" providerId="LiveId" clId="{E24005F9-6515-435C-BFD2-E7991DAA6960}" dt="2020-07-15T20:03:31.781" v="6" actId="962"/>
          <ac:picMkLst>
            <pc:docMk/>
            <pc:sldMk cId="2872096283" sldId="267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5:09.522" v="24" actId="20577"/>
        <pc:sldMkLst>
          <pc:docMk/>
          <pc:sldMk cId="1407599085" sldId="270"/>
        </pc:sldMkLst>
        <pc:spChg chg="mod">
          <ac:chgData name="" userId="97c7b900f41abbbd" providerId="LiveId" clId="{E24005F9-6515-435C-BFD2-E7991DAA6960}" dt="2020-07-15T20:05:09.522" v="24" actId="20577"/>
          <ac:spMkLst>
            <pc:docMk/>
            <pc:sldMk cId="1407599085" sldId="270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12.292" v="26" actId="20577"/>
        <pc:sldMkLst>
          <pc:docMk/>
          <pc:sldMk cId="3121144663" sldId="271"/>
        </pc:sldMkLst>
        <pc:spChg chg="mod">
          <ac:chgData name="" userId="97c7b900f41abbbd" providerId="LiveId" clId="{E24005F9-6515-435C-BFD2-E7991DAA6960}" dt="2020-07-15T20:05:12.292" v="26" actId="20577"/>
          <ac:spMkLst>
            <pc:docMk/>
            <pc:sldMk cId="3121144663" sldId="271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3:35.916" v="7" actId="962"/>
          <ac:picMkLst>
            <pc:docMk/>
            <pc:sldMk cId="3121144663" sldId="271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5:14.621" v="28" actId="20577"/>
        <pc:sldMkLst>
          <pc:docMk/>
          <pc:sldMk cId="3522513565" sldId="272"/>
        </pc:sldMkLst>
        <pc:spChg chg="mod">
          <ac:chgData name="" userId="97c7b900f41abbbd" providerId="LiveId" clId="{E24005F9-6515-435C-BFD2-E7991DAA6960}" dt="2020-07-15T20:05:14.621" v="28" actId="20577"/>
          <ac:spMkLst>
            <pc:docMk/>
            <pc:sldMk cId="3522513565" sldId="272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16.652" v="30" actId="20577"/>
        <pc:sldMkLst>
          <pc:docMk/>
          <pc:sldMk cId="866380490" sldId="273"/>
        </pc:sldMkLst>
        <pc:spChg chg="mod">
          <ac:chgData name="" userId="97c7b900f41abbbd" providerId="LiveId" clId="{E24005F9-6515-435C-BFD2-E7991DAA6960}" dt="2020-07-15T20:05:16.652" v="30" actId="20577"/>
          <ac:spMkLst>
            <pc:docMk/>
            <pc:sldMk cId="866380490" sldId="273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19.086" v="33" actId="20577"/>
        <pc:sldMkLst>
          <pc:docMk/>
          <pc:sldMk cId="2603992943" sldId="274"/>
        </pc:sldMkLst>
        <pc:spChg chg="mod">
          <ac:chgData name="" userId="97c7b900f41abbbd" providerId="LiveId" clId="{E24005F9-6515-435C-BFD2-E7991DAA6960}" dt="2020-07-15T20:05:19.086" v="33" actId="20577"/>
          <ac:spMkLst>
            <pc:docMk/>
            <pc:sldMk cId="2603992943" sldId="274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21.131" v="36" actId="20577"/>
        <pc:sldMkLst>
          <pc:docMk/>
          <pc:sldMk cId="178072206" sldId="275"/>
        </pc:sldMkLst>
        <pc:spChg chg="mod">
          <ac:chgData name="" userId="97c7b900f41abbbd" providerId="LiveId" clId="{E24005F9-6515-435C-BFD2-E7991DAA6960}" dt="2020-07-15T20:05:21.131" v="36" actId="20577"/>
          <ac:spMkLst>
            <pc:docMk/>
            <pc:sldMk cId="178072206" sldId="275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24.012" v="39" actId="20577"/>
        <pc:sldMkLst>
          <pc:docMk/>
          <pc:sldMk cId="3588140478" sldId="276"/>
        </pc:sldMkLst>
        <pc:spChg chg="mod">
          <ac:chgData name="" userId="97c7b900f41abbbd" providerId="LiveId" clId="{E24005F9-6515-435C-BFD2-E7991DAA6960}" dt="2020-07-15T20:05:24.012" v="39" actId="20577"/>
          <ac:spMkLst>
            <pc:docMk/>
            <pc:sldMk cId="3588140478" sldId="276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27.062" v="42" actId="20577"/>
        <pc:sldMkLst>
          <pc:docMk/>
          <pc:sldMk cId="2228141236" sldId="277"/>
        </pc:sldMkLst>
        <pc:spChg chg="mod">
          <ac:chgData name="" userId="97c7b900f41abbbd" providerId="LiveId" clId="{E24005F9-6515-435C-BFD2-E7991DAA6960}" dt="2020-07-15T20:05:27.062" v="42" actId="20577"/>
          <ac:spMkLst>
            <pc:docMk/>
            <pc:sldMk cId="2228141236" sldId="277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29.352" v="45" actId="20577"/>
        <pc:sldMkLst>
          <pc:docMk/>
          <pc:sldMk cId="2871096265" sldId="278"/>
        </pc:sldMkLst>
        <pc:spChg chg="mod">
          <ac:chgData name="" userId="97c7b900f41abbbd" providerId="LiveId" clId="{E24005F9-6515-435C-BFD2-E7991DAA6960}" dt="2020-07-15T20:05:29.352" v="45" actId="20577"/>
          <ac:spMkLst>
            <pc:docMk/>
            <pc:sldMk cId="2871096265" sldId="278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31.571" v="48" actId="20577"/>
        <pc:sldMkLst>
          <pc:docMk/>
          <pc:sldMk cId="150139727" sldId="279"/>
        </pc:sldMkLst>
        <pc:spChg chg="mod">
          <ac:chgData name="" userId="97c7b900f41abbbd" providerId="LiveId" clId="{E24005F9-6515-435C-BFD2-E7991DAA6960}" dt="2020-07-15T20:05:31.571" v="48" actId="20577"/>
          <ac:spMkLst>
            <pc:docMk/>
            <pc:sldMk cId="150139727" sldId="279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5:49.611" v="57" actId="20577"/>
        <pc:sldMkLst>
          <pc:docMk/>
          <pc:sldMk cId="424855400" sldId="281"/>
        </pc:sldMkLst>
        <pc:spChg chg="mod">
          <ac:chgData name="" userId="97c7b900f41abbbd" providerId="LiveId" clId="{E24005F9-6515-435C-BFD2-E7991DAA6960}" dt="2020-07-15T20:05:49.611" v="57" actId="20577"/>
          <ac:spMkLst>
            <pc:docMk/>
            <pc:sldMk cId="424855400" sldId="281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6:02.331" v="68" actId="20577"/>
        <pc:sldMkLst>
          <pc:docMk/>
          <pc:sldMk cId="3624131632" sldId="282"/>
        </pc:sldMkLst>
        <pc:spChg chg="mod">
          <ac:chgData name="" userId="97c7b900f41abbbd" providerId="LiveId" clId="{E24005F9-6515-435C-BFD2-E7991DAA6960}" dt="2020-07-15T20:06:02.331" v="68" actId="20577"/>
          <ac:spMkLst>
            <pc:docMk/>
            <pc:sldMk cId="3624131632" sldId="282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11:54.542" v="243" actId="20577"/>
        <pc:sldMkLst>
          <pc:docMk/>
          <pc:sldMk cId="659044620" sldId="283"/>
        </pc:sldMkLst>
        <pc:spChg chg="mod">
          <ac:chgData name="" userId="97c7b900f41abbbd" providerId="LiveId" clId="{E24005F9-6515-435C-BFD2-E7991DAA6960}" dt="2020-07-15T20:06:04.422" v="71" actId="20577"/>
          <ac:spMkLst>
            <pc:docMk/>
            <pc:sldMk cId="659044620" sldId="283"/>
            <ac:spMk id="2" creationId="{00000000-0000-0000-0000-000000000000}"/>
          </ac:spMkLst>
        </pc:spChg>
        <pc:spChg chg="mod">
          <ac:chgData name="" userId="97c7b900f41abbbd" providerId="LiveId" clId="{E24005F9-6515-435C-BFD2-E7991DAA6960}" dt="2020-07-15T20:11:54.542" v="243" actId="20577"/>
          <ac:spMkLst>
            <pc:docMk/>
            <pc:sldMk cId="659044620" sldId="283"/>
            <ac:spMk id="3" creationId="{00000000-0000-0000-0000-000000000000}"/>
          </ac:spMkLst>
        </pc:spChg>
        <pc:picChg chg="mod">
          <ac:chgData name="" userId="97c7b900f41abbbd" providerId="LiveId" clId="{E24005F9-6515-435C-BFD2-E7991DAA6960}" dt="2020-07-15T20:03:40.683" v="8" actId="962"/>
          <ac:picMkLst>
            <pc:docMk/>
            <pc:sldMk cId="659044620" sldId="283"/>
            <ac:picMk id="4" creationId="{00000000-0000-0000-0000-000000000000}"/>
          </ac:picMkLst>
        </pc:picChg>
        <pc:picChg chg="mod">
          <ac:chgData name="" userId="97c7b900f41abbbd" providerId="LiveId" clId="{E24005F9-6515-435C-BFD2-E7991DAA6960}" dt="2020-07-15T20:03:44.111" v="9" actId="962"/>
          <ac:picMkLst>
            <pc:docMk/>
            <pc:sldMk cId="659044620" sldId="283"/>
            <ac:picMk id="5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6:07.431" v="74" actId="20577"/>
        <pc:sldMkLst>
          <pc:docMk/>
          <pc:sldMk cId="39958624" sldId="284"/>
        </pc:sldMkLst>
        <pc:spChg chg="mod">
          <ac:chgData name="" userId="97c7b900f41abbbd" providerId="LiveId" clId="{E24005F9-6515-435C-BFD2-E7991DAA6960}" dt="2020-07-15T20:06:07.431" v="74" actId="20577"/>
          <ac:spMkLst>
            <pc:docMk/>
            <pc:sldMk cId="39958624" sldId="284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12:34.193" v="354" actId="20577"/>
        <pc:sldMkLst>
          <pc:docMk/>
          <pc:sldMk cId="421732354" sldId="285"/>
        </pc:sldMkLst>
        <pc:spChg chg="mod">
          <ac:chgData name="" userId="97c7b900f41abbbd" providerId="LiveId" clId="{E24005F9-6515-435C-BFD2-E7991DAA6960}" dt="2020-07-15T20:06:09.442" v="77" actId="20577"/>
          <ac:spMkLst>
            <pc:docMk/>
            <pc:sldMk cId="421732354" sldId="285"/>
            <ac:spMk id="2" creationId="{00000000-0000-0000-0000-000000000000}"/>
          </ac:spMkLst>
        </pc:spChg>
        <pc:spChg chg="mod">
          <ac:chgData name="" userId="97c7b900f41abbbd" providerId="LiveId" clId="{E24005F9-6515-435C-BFD2-E7991DAA6960}" dt="2020-07-15T20:12:34.193" v="354" actId="20577"/>
          <ac:spMkLst>
            <pc:docMk/>
            <pc:sldMk cId="421732354" sldId="285"/>
            <ac:spMk id="3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6:12.001" v="80" actId="20577"/>
        <pc:sldMkLst>
          <pc:docMk/>
          <pc:sldMk cId="2005557732" sldId="286"/>
        </pc:sldMkLst>
        <pc:spChg chg="mod">
          <ac:chgData name="" userId="97c7b900f41abbbd" providerId="LiveId" clId="{E24005F9-6515-435C-BFD2-E7991DAA6960}" dt="2020-07-15T20:06:12.001" v="80" actId="20577"/>
          <ac:spMkLst>
            <pc:docMk/>
            <pc:sldMk cId="2005557732" sldId="286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6:14.461" v="83" actId="20577"/>
        <pc:sldMkLst>
          <pc:docMk/>
          <pc:sldMk cId="3187559855" sldId="287"/>
        </pc:sldMkLst>
        <pc:spChg chg="mod">
          <ac:chgData name="" userId="97c7b900f41abbbd" providerId="LiveId" clId="{E24005F9-6515-435C-BFD2-E7991DAA6960}" dt="2020-07-15T20:06:14.461" v="83" actId="20577"/>
          <ac:spMkLst>
            <pc:docMk/>
            <pc:sldMk cId="3187559855" sldId="287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3:48.918" v="10" actId="962"/>
          <ac:picMkLst>
            <pc:docMk/>
            <pc:sldMk cId="3187559855" sldId="287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6:18.372" v="86" actId="20577"/>
        <pc:sldMkLst>
          <pc:docMk/>
          <pc:sldMk cId="486854638" sldId="288"/>
        </pc:sldMkLst>
        <pc:spChg chg="mod">
          <ac:chgData name="" userId="97c7b900f41abbbd" providerId="LiveId" clId="{E24005F9-6515-435C-BFD2-E7991DAA6960}" dt="2020-07-15T20:06:18.372" v="86" actId="20577"/>
          <ac:spMkLst>
            <pc:docMk/>
            <pc:sldMk cId="486854638" sldId="288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6:21.901" v="89" actId="20577"/>
        <pc:sldMkLst>
          <pc:docMk/>
          <pc:sldMk cId="2107961184" sldId="289"/>
        </pc:sldMkLst>
        <pc:spChg chg="mod">
          <ac:chgData name="" userId="97c7b900f41abbbd" providerId="LiveId" clId="{E24005F9-6515-435C-BFD2-E7991DAA6960}" dt="2020-07-15T20:06:21.901" v="89" actId="20577"/>
          <ac:spMkLst>
            <pc:docMk/>
            <pc:sldMk cId="2107961184" sldId="289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3:54.215" v="11" actId="962"/>
          <ac:picMkLst>
            <pc:docMk/>
            <pc:sldMk cId="2107961184" sldId="289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6:25.582" v="93" actId="20577"/>
        <pc:sldMkLst>
          <pc:docMk/>
          <pc:sldMk cId="802048407" sldId="290"/>
        </pc:sldMkLst>
        <pc:spChg chg="mod">
          <ac:chgData name="" userId="97c7b900f41abbbd" providerId="LiveId" clId="{E24005F9-6515-435C-BFD2-E7991DAA6960}" dt="2020-07-15T20:06:25.582" v="93" actId="20577"/>
          <ac:spMkLst>
            <pc:docMk/>
            <pc:sldMk cId="802048407" sldId="290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6:30.482" v="97" actId="20577"/>
        <pc:sldMkLst>
          <pc:docMk/>
          <pc:sldMk cId="859666379" sldId="291"/>
        </pc:sldMkLst>
        <pc:spChg chg="mod">
          <ac:chgData name="" userId="97c7b900f41abbbd" providerId="LiveId" clId="{E24005F9-6515-435C-BFD2-E7991DAA6960}" dt="2020-07-15T20:06:30.482" v="97" actId="20577"/>
          <ac:spMkLst>
            <pc:docMk/>
            <pc:sldMk cId="859666379" sldId="291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3:57.791" v="12" actId="962"/>
          <ac:picMkLst>
            <pc:docMk/>
            <pc:sldMk cId="859666379" sldId="291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13:07.152" v="362" actId="20577"/>
        <pc:sldMkLst>
          <pc:docMk/>
          <pc:sldMk cId="1890085083" sldId="292"/>
        </pc:sldMkLst>
        <pc:spChg chg="mod">
          <ac:chgData name="" userId="97c7b900f41abbbd" providerId="LiveId" clId="{E24005F9-6515-435C-BFD2-E7991DAA6960}" dt="2020-07-15T20:13:07.152" v="362" actId="20577"/>
          <ac:spMkLst>
            <pc:docMk/>
            <pc:sldMk cId="1890085083" sldId="292"/>
            <ac:spMk id="3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13:17.577" v="363" actId="20577"/>
        <pc:sldMkLst>
          <pc:docMk/>
          <pc:sldMk cId="1811147514" sldId="293"/>
        </pc:sldMkLst>
        <pc:spChg chg="mod">
          <ac:chgData name="" userId="97c7b900f41abbbd" providerId="LiveId" clId="{E24005F9-6515-435C-BFD2-E7991DAA6960}" dt="2020-07-15T20:06:35.982" v="99" actId="5793"/>
          <ac:spMkLst>
            <pc:docMk/>
            <pc:sldMk cId="1811147514" sldId="293"/>
            <ac:spMk id="2" creationId="{00000000-0000-0000-0000-000000000000}"/>
          </ac:spMkLst>
        </pc:spChg>
        <pc:spChg chg="mod">
          <ac:chgData name="" userId="97c7b900f41abbbd" providerId="LiveId" clId="{E24005F9-6515-435C-BFD2-E7991DAA6960}" dt="2020-07-15T20:13:17.577" v="363" actId="20577"/>
          <ac:spMkLst>
            <pc:docMk/>
            <pc:sldMk cId="1811147514" sldId="293"/>
            <ac:spMk id="3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6:47.612" v="101" actId="20577"/>
        <pc:sldMkLst>
          <pc:docMk/>
          <pc:sldMk cId="3334948487" sldId="294"/>
        </pc:sldMkLst>
        <pc:spChg chg="mod">
          <ac:chgData name="" userId="97c7b900f41abbbd" providerId="LiveId" clId="{E24005F9-6515-435C-BFD2-E7991DAA6960}" dt="2020-07-15T20:06:47.612" v="101" actId="20577"/>
          <ac:spMkLst>
            <pc:docMk/>
            <pc:sldMk cId="3334948487" sldId="294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13:38.301" v="364" actId="6549"/>
        <pc:sldMkLst>
          <pc:docMk/>
          <pc:sldMk cId="1576637207" sldId="295"/>
        </pc:sldMkLst>
        <pc:spChg chg="mod">
          <ac:chgData name="" userId="97c7b900f41abbbd" providerId="LiveId" clId="{E24005F9-6515-435C-BFD2-E7991DAA6960}" dt="2020-07-15T20:06:59.122" v="107" actId="20577"/>
          <ac:spMkLst>
            <pc:docMk/>
            <pc:sldMk cId="1576637207" sldId="295"/>
            <ac:spMk id="2" creationId="{00000000-0000-0000-0000-000000000000}"/>
          </ac:spMkLst>
        </pc:spChg>
        <pc:spChg chg="mod">
          <ac:chgData name="" userId="97c7b900f41abbbd" providerId="LiveId" clId="{E24005F9-6515-435C-BFD2-E7991DAA6960}" dt="2020-07-15T20:13:38.301" v="364" actId="6549"/>
          <ac:spMkLst>
            <pc:docMk/>
            <pc:sldMk cId="1576637207" sldId="295"/>
            <ac:spMk id="3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7:01.271" v="110" actId="20577"/>
        <pc:sldMkLst>
          <pc:docMk/>
          <pc:sldMk cId="2644010593" sldId="296"/>
        </pc:sldMkLst>
        <pc:spChg chg="mod">
          <ac:chgData name="" userId="97c7b900f41abbbd" providerId="LiveId" clId="{E24005F9-6515-435C-BFD2-E7991DAA6960}" dt="2020-07-15T20:07:01.271" v="110" actId="20577"/>
          <ac:spMkLst>
            <pc:docMk/>
            <pc:sldMk cId="2644010593" sldId="296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4:01.542" v="13" actId="962"/>
          <ac:picMkLst>
            <pc:docMk/>
            <pc:sldMk cId="2644010593" sldId="296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7:04.737" v="114" actId="20577"/>
        <pc:sldMkLst>
          <pc:docMk/>
          <pc:sldMk cId="3064657094" sldId="297"/>
        </pc:sldMkLst>
        <pc:spChg chg="mod">
          <ac:chgData name="" userId="97c7b900f41abbbd" providerId="LiveId" clId="{E24005F9-6515-435C-BFD2-E7991DAA6960}" dt="2020-07-15T20:07:04.737" v="114" actId="20577"/>
          <ac:spMkLst>
            <pc:docMk/>
            <pc:sldMk cId="3064657094" sldId="297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7:07.421" v="118" actId="20577"/>
        <pc:sldMkLst>
          <pc:docMk/>
          <pc:sldMk cId="618184762" sldId="298"/>
        </pc:sldMkLst>
        <pc:spChg chg="mod">
          <ac:chgData name="" userId="97c7b900f41abbbd" providerId="LiveId" clId="{E24005F9-6515-435C-BFD2-E7991DAA6960}" dt="2020-07-15T20:07:07.421" v="118" actId="20577"/>
          <ac:spMkLst>
            <pc:docMk/>
            <pc:sldMk cId="618184762" sldId="298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7:11.322" v="122" actId="20577"/>
        <pc:sldMkLst>
          <pc:docMk/>
          <pc:sldMk cId="2965359768" sldId="299"/>
        </pc:sldMkLst>
        <pc:spChg chg="mod">
          <ac:chgData name="" userId="97c7b900f41abbbd" providerId="LiveId" clId="{E24005F9-6515-435C-BFD2-E7991DAA6960}" dt="2020-07-15T20:07:11.322" v="122" actId="20577"/>
          <ac:spMkLst>
            <pc:docMk/>
            <pc:sldMk cId="2965359768" sldId="299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7:14.322" v="126" actId="20577"/>
        <pc:sldMkLst>
          <pc:docMk/>
          <pc:sldMk cId="1204199523" sldId="300"/>
        </pc:sldMkLst>
        <pc:spChg chg="mod">
          <ac:chgData name="" userId="97c7b900f41abbbd" providerId="LiveId" clId="{E24005F9-6515-435C-BFD2-E7991DAA6960}" dt="2020-07-15T20:07:14.322" v="126" actId="20577"/>
          <ac:spMkLst>
            <pc:docMk/>
            <pc:sldMk cId="1204199523" sldId="300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7:17.781" v="130" actId="20577"/>
        <pc:sldMkLst>
          <pc:docMk/>
          <pc:sldMk cId="1221885532" sldId="301"/>
        </pc:sldMkLst>
        <pc:spChg chg="mod">
          <ac:chgData name="" userId="97c7b900f41abbbd" providerId="LiveId" clId="{E24005F9-6515-435C-BFD2-E7991DAA6960}" dt="2020-07-15T20:07:17.781" v="130" actId="20577"/>
          <ac:spMkLst>
            <pc:docMk/>
            <pc:sldMk cId="1221885532" sldId="301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7:20.932" v="134" actId="20577"/>
        <pc:sldMkLst>
          <pc:docMk/>
          <pc:sldMk cId="1842139996" sldId="302"/>
        </pc:sldMkLst>
        <pc:spChg chg="mod">
          <ac:chgData name="" userId="97c7b900f41abbbd" providerId="LiveId" clId="{E24005F9-6515-435C-BFD2-E7991DAA6960}" dt="2020-07-15T20:07:20.932" v="134" actId="20577"/>
          <ac:spMkLst>
            <pc:docMk/>
            <pc:sldMk cId="1842139996" sldId="302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7:24.011" v="138" actId="20577"/>
        <pc:sldMkLst>
          <pc:docMk/>
          <pc:sldMk cId="1774073533" sldId="303"/>
        </pc:sldMkLst>
        <pc:spChg chg="mod">
          <ac:chgData name="" userId="97c7b900f41abbbd" providerId="LiveId" clId="{E24005F9-6515-435C-BFD2-E7991DAA6960}" dt="2020-07-15T20:07:24.011" v="138" actId="20577"/>
          <ac:spMkLst>
            <pc:docMk/>
            <pc:sldMk cId="1774073533" sldId="303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7:27.272" v="142" actId="20577"/>
        <pc:sldMkLst>
          <pc:docMk/>
          <pc:sldMk cId="4242882753" sldId="304"/>
        </pc:sldMkLst>
        <pc:spChg chg="mod">
          <ac:chgData name="" userId="97c7b900f41abbbd" providerId="LiveId" clId="{E24005F9-6515-435C-BFD2-E7991DAA6960}" dt="2020-07-15T20:07:27.272" v="142" actId="20577"/>
          <ac:spMkLst>
            <pc:docMk/>
            <pc:sldMk cId="4242882753" sldId="304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4:05.417" v="14" actId="962"/>
          <ac:picMkLst>
            <pc:docMk/>
            <pc:sldMk cId="4242882753" sldId="304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4:08.647" v="15" actId="962"/>
        <pc:sldMkLst>
          <pc:docMk/>
          <pc:sldMk cId="3831385988" sldId="306"/>
        </pc:sldMkLst>
        <pc:picChg chg="mod">
          <ac:chgData name="" userId="97c7b900f41abbbd" providerId="LiveId" clId="{E24005F9-6515-435C-BFD2-E7991DAA6960}" dt="2020-07-15T20:04:08.647" v="15" actId="962"/>
          <ac:picMkLst>
            <pc:docMk/>
            <pc:sldMk cId="3831385988" sldId="306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7:35.432" v="144" actId="5793"/>
        <pc:sldMkLst>
          <pc:docMk/>
          <pc:sldMk cId="3269240382" sldId="307"/>
        </pc:sldMkLst>
        <pc:spChg chg="mod">
          <ac:chgData name="" userId="97c7b900f41abbbd" providerId="LiveId" clId="{E24005F9-6515-435C-BFD2-E7991DAA6960}" dt="2020-07-15T20:07:35.432" v="144" actId="5793"/>
          <ac:spMkLst>
            <pc:docMk/>
            <pc:sldMk cId="3269240382" sldId="307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4:12.218" v="16" actId="962"/>
          <ac:picMkLst>
            <pc:docMk/>
            <pc:sldMk cId="3269240382" sldId="307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8:27.821" v="185" actId="20577"/>
        <pc:sldMkLst>
          <pc:docMk/>
          <pc:sldMk cId="52308515" sldId="309"/>
        </pc:sldMkLst>
        <pc:spChg chg="mod">
          <ac:chgData name="" userId="97c7b900f41abbbd" providerId="LiveId" clId="{E24005F9-6515-435C-BFD2-E7991DAA6960}" dt="2020-07-15T20:08:27.821" v="185" actId="20577"/>
          <ac:spMkLst>
            <pc:docMk/>
            <pc:sldMk cId="52308515" sldId="309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8:31.202" v="186" actId="20577"/>
        <pc:sldMkLst>
          <pc:docMk/>
          <pc:sldMk cId="3124132180" sldId="310"/>
        </pc:sldMkLst>
        <pc:spChg chg="mod">
          <ac:chgData name="" userId="97c7b900f41abbbd" providerId="LiveId" clId="{E24005F9-6515-435C-BFD2-E7991DAA6960}" dt="2020-07-15T20:08:31.202" v="186" actId="20577"/>
          <ac:spMkLst>
            <pc:docMk/>
            <pc:sldMk cId="3124132180" sldId="310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4:14.864" v="17" actId="962"/>
          <ac:picMkLst>
            <pc:docMk/>
            <pc:sldMk cId="3124132180" sldId="310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8:38.301" v="187" actId="20577"/>
        <pc:sldMkLst>
          <pc:docMk/>
          <pc:sldMk cId="2309036453" sldId="311"/>
        </pc:sldMkLst>
        <pc:spChg chg="mod">
          <ac:chgData name="" userId="97c7b900f41abbbd" providerId="LiveId" clId="{E24005F9-6515-435C-BFD2-E7991DAA6960}" dt="2020-07-15T20:08:38.301" v="187" actId="20577"/>
          <ac:spMkLst>
            <pc:docMk/>
            <pc:sldMk cId="2309036453" sldId="311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8:42.091" v="189" actId="20577"/>
        <pc:sldMkLst>
          <pc:docMk/>
          <pc:sldMk cId="4089817045" sldId="312"/>
        </pc:sldMkLst>
        <pc:spChg chg="mod">
          <ac:chgData name="" userId="97c7b900f41abbbd" providerId="LiveId" clId="{E24005F9-6515-435C-BFD2-E7991DAA6960}" dt="2020-07-15T20:08:42.091" v="189" actId="20577"/>
          <ac:spMkLst>
            <pc:docMk/>
            <pc:sldMk cId="4089817045" sldId="312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4:17.991" v="18" actId="962"/>
          <ac:picMkLst>
            <pc:docMk/>
            <pc:sldMk cId="4089817045" sldId="312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8:45.392" v="191" actId="20577"/>
        <pc:sldMkLst>
          <pc:docMk/>
          <pc:sldMk cId="632151215" sldId="313"/>
        </pc:sldMkLst>
        <pc:spChg chg="mod">
          <ac:chgData name="" userId="97c7b900f41abbbd" providerId="LiveId" clId="{E24005F9-6515-435C-BFD2-E7991DAA6960}" dt="2020-07-15T20:08:45.392" v="191" actId="20577"/>
          <ac:spMkLst>
            <pc:docMk/>
            <pc:sldMk cId="632151215" sldId="313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8:47.921" v="193" actId="20577"/>
        <pc:sldMkLst>
          <pc:docMk/>
          <pc:sldMk cId="4177044494" sldId="314"/>
        </pc:sldMkLst>
        <pc:spChg chg="mod">
          <ac:chgData name="" userId="97c7b900f41abbbd" providerId="LiveId" clId="{E24005F9-6515-435C-BFD2-E7991DAA6960}" dt="2020-07-15T20:08:47.921" v="193" actId="20577"/>
          <ac:spMkLst>
            <pc:docMk/>
            <pc:sldMk cId="4177044494" sldId="314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4:20.621" v="19" actId="962"/>
          <ac:picMkLst>
            <pc:docMk/>
            <pc:sldMk cId="4177044494" sldId="314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8:50.965" v="195" actId="20577"/>
        <pc:sldMkLst>
          <pc:docMk/>
          <pc:sldMk cId="2543094424" sldId="315"/>
        </pc:sldMkLst>
        <pc:spChg chg="mod">
          <ac:chgData name="" userId="97c7b900f41abbbd" providerId="LiveId" clId="{E24005F9-6515-435C-BFD2-E7991DAA6960}" dt="2020-07-15T20:08:50.965" v="195" actId="20577"/>
          <ac:spMkLst>
            <pc:docMk/>
            <pc:sldMk cId="2543094424" sldId="315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8:54.632" v="197" actId="20577"/>
        <pc:sldMkLst>
          <pc:docMk/>
          <pc:sldMk cId="481826156" sldId="316"/>
        </pc:sldMkLst>
        <pc:spChg chg="mod">
          <ac:chgData name="" userId="97c7b900f41abbbd" providerId="LiveId" clId="{E24005F9-6515-435C-BFD2-E7991DAA6960}" dt="2020-07-15T20:08:54.632" v="197" actId="20577"/>
          <ac:spMkLst>
            <pc:docMk/>
            <pc:sldMk cId="481826156" sldId="316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4:23.554" v="20" actId="962"/>
          <ac:picMkLst>
            <pc:docMk/>
            <pc:sldMk cId="481826156" sldId="316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8:58.512" v="199" actId="20577"/>
        <pc:sldMkLst>
          <pc:docMk/>
          <pc:sldMk cId="2177046639" sldId="317"/>
        </pc:sldMkLst>
        <pc:spChg chg="mod">
          <ac:chgData name="" userId="97c7b900f41abbbd" providerId="LiveId" clId="{E24005F9-6515-435C-BFD2-E7991DAA6960}" dt="2020-07-15T20:08:58.512" v="199" actId="20577"/>
          <ac:spMkLst>
            <pc:docMk/>
            <pc:sldMk cId="2177046639" sldId="317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9:01.596" v="201" actId="20577"/>
        <pc:sldMkLst>
          <pc:docMk/>
          <pc:sldMk cId="2129223173" sldId="318"/>
        </pc:sldMkLst>
        <pc:spChg chg="mod">
          <ac:chgData name="" userId="97c7b900f41abbbd" providerId="LiveId" clId="{E24005F9-6515-435C-BFD2-E7991DAA6960}" dt="2020-07-15T20:09:01.596" v="201" actId="20577"/>
          <ac:spMkLst>
            <pc:docMk/>
            <pc:sldMk cId="2129223173" sldId="318"/>
            <ac:spMk id="2" creationId="{00000000-0000-0000-0000-000000000000}"/>
          </ac:spMkLst>
        </pc:spChg>
        <pc:picChg chg="mod">
          <ac:chgData name="" userId="97c7b900f41abbbd" providerId="LiveId" clId="{E24005F9-6515-435C-BFD2-E7991DAA6960}" dt="2020-07-15T20:04:27.274" v="21" actId="962"/>
          <ac:picMkLst>
            <pc:docMk/>
            <pc:sldMk cId="2129223173" sldId="318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3:28.482" v="5" actId="962"/>
        <pc:sldMkLst>
          <pc:docMk/>
          <pc:sldMk cId="2823343291" sldId="319"/>
        </pc:sldMkLst>
        <pc:picChg chg="mod">
          <ac:chgData name="" userId="97c7b900f41abbbd" providerId="LiveId" clId="{E24005F9-6515-435C-BFD2-E7991DAA6960}" dt="2020-07-15T20:03:28.482" v="5" actId="962"/>
          <ac:picMkLst>
            <pc:docMk/>
            <pc:sldMk cId="2823343291" sldId="319"/>
            <ac:picMk id="4" creationId="{00000000-0000-0000-0000-000000000000}"/>
          </ac:picMkLst>
        </pc:picChg>
      </pc:sldChg>
      <pc:sldChg chg="modSp">
        <pc:chgData name="" userId="97c7b900f41abbbd" providerId="LiveId" clId="{E24005F9-6515-435C-BFD2-E7991DAA6960}" dt="2020-07-15T20:05:53.484" v="64" actId="20577"/>
        <pc:sldMkLst>
          <pc:docMk/>
          <pc:sldMk cId="3768700029" sldId="320"/>
        </pc:sldMkLst>
        <pc:spChg chg="mod">
          <ac:chgData name="" userId="97c7b900f41abbbd" providerId="LiveId" clId="{E24005F9-6515-435C-BFD2-E7991DAA6960}" dt="2020-07-15T20:05:53.484" v="64" actId="20577"/>
          <ac:spMkLst>
            <pc:docMk/>
            <pc:sldMk cId="3768700029" sldId="320"/>
            <ac:spMk id="2" creationId="{00000000-0000-0000-0000-000000000000}"/>
          </ac:spMkLst>
        </pc:spChg>
      </pc:sldChg>
      <pc:sldChg chg="modSp">
        <pc:chgData name="" userId="97c7b900f41abbbd" providerId="LiveId" clId="{E24005F9-6515-435C-BFD2-E7991DAA6960}" dt="2020-07-15T20:06:50.302" v="103" actId="20577"/>
        <pc:sldMkLst>
          <pc:docMk/>
          <pc:sldMk cId="3036390843" sldId="321"/>
        </pc:sldMkLst>
        <pc:spChg chg="mod">
          <ac:chgData name="" userId="97c7b900f41abbbd" providerId="LiveId" clId="{E24005F9-6515-435C-BFD2-E7991DAA6960}" dt="2020-07-15T20:06:50.302" v="103" actId="20577"/>
          <ac:spMkLst>
            <pc:docMk/>
            <pc:sldMk cId="3036390843" sldId="321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Value-Returning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Chapter 9</a:t>
            </a:r>
          </a:p>
        </p:txBody>
      </p:sp>
    </p:spTree>
    <p:extLst>
      <p:ext uri="{BB962C8B-B14F-4D97-AF65-F5344CB8AC3E}">
        <p14:creationId xmlns:p14="http://schemas.microsoft.com/office/powerpoint/2010/main" val="367431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Chapter 9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Program-defined functions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Methods for defining program-defined functions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Value-Returning Functions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Variable scope and lifetimes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Passing Information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Square Root and Random numbers</a:t>
            </a:r>
          </a:p>
        </p:txBody>
      </p:sp>
    </p:spTree>
    <p:extLst>
      <p:ext uri="{BB962C8B-B14F-4D97-AF65-F5344CB8AC3E}">
        <p14:creationId xmlns:p14="http://schemas.microsoft.com/office/powerpoint/2010/main" val="255175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SQRT function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Generate Random Numbers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Create and Call a function that returns a Value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Pass information by value to a function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Write a function prototype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Understand a variable’s scope and lifetime</a:t>
            </a:r>
          </a:p>
        </p:txBody>
      </p:sp>
    </p:spTree>
    <p:extLst>
      <p:ext uri="{BB962C8B-B14F-4D97-AF65-F5344CB8AC3E}">
        <p14:creationId xmlns:p14="http://schemas.microsoft.com/office/powerpoint/2010/main" val="50010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 block of code that performs a task.</a:t>
            </a:r>
          </a:p>
          <a:p>
            <a:r>
              <a:rPr lang="en-US" sz="4400" dirty="0"/>
              <a:t>Every C++ program has at least one function called </a:t>
            </a:r>
            <a:r>
              <a:rPr lang="en-US" sz="4400" i="1" dirty="0"/>
              <a:t>main.</a:t>
            </a:r>
          </a:p>
          <a:p>
            <a:endParaRPr lang="en-US" sz="4400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026" y="3469801"/>
            <a:ext cx="3276082" cy="282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2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 Reasons for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To avoid duplicating code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Breaks large programs to be broken down into    	small, manageable tasks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026" y="3469801"/>
            <a:ext cx="3276082" cy="282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2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 are: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800" dirty="0"/>
              <a:t>Value-returning 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800" dirty="0"/>
              <a:t>Void functions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026" y="3469801"/>
            <a:ext cx="3276082" cy="282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8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How? Value-returning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After the task is complete, returns precisely one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Are sometimes built-in: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pow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toupper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tolower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Others are created by the programmer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242947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Square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#include &lt;cmath&gt;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sqrt(x)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X must be float or double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X is an argument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704" y="1912290"/>
            <a:ext cx="4285975" cy="309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50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rand() 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Produces a random number (integer) that is greater than or equal to zero, but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Less than or equal to the value of RAND_MAX.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064" y="141930"/>
            <a:ext cx="2341916" cy="159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2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RAND_MAX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 RAND_MAX is a constant defined in the library file.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 Usually has a value of at least 32,767.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115" y="3243303"/>
            <a:ext cx="4013454" cy="273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4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Seed (initialize) the random number generator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Otherwise, you will get the same series of numbers each time the program is executed.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srand() 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srand(int time())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312" y="3138812"/>
            <a:ext cx="4001637" cy="273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9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srand()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 In the cstdlib library file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 #include &lt;cstdlib&gt;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 Time function is in the ctime library file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#include &lt;ctime&gt;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 The time function returns the number of seconds that have elapsed since midnight of January 1, 1970.</a:t>
            </a:r>
          </a:p>
        </p:txBody>
      </p:sp>
    </p:spTree>
    <p:extLst>
      <p:ext uri="{BB962C8B-B14F-4D97-AF65-F5344CB8AC3E}">
        <p14:creationId xmlns:p14="http://schemas.microsoft.com/office/powerpoint/2010/main" val="414579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srand()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Used to generate a set of integers within a given range:</a:t>
            </a:r>
          </a:p>
          <a:p>
            <a:r>
              <a:rPr lang="en-US" sz="4000" dirty="0"/>
              <a:t>lowerbound + rand() % (upperbound – lowerbound +1)</a:t>
            </a:r>
          </a:p>
        </p:txBody>
      </p:sp>
    </p:spTree>
    <p:extLst>
      <p:ext uri="{BB962C8B-B14F-4D97-AF65-F5344CB8AC3E}">
        <p14:creationId xmlns:p14="http://schemas.microsoft.com/office/powerpoint/2010/main" val="201592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block of code in C++ that performs a specific task is known as _____.</a:t>
            </a:r>
          </a:p>
        </p:txBody>
      </p:sp>
    </p:spTree>
    <p:extLst>
      <p:ext uri="{BB962C8B-B14F-4D97-AF65-F5344CB8AC3E}">
        <p14:creationId xmlns:p14="http://schemas.microsoft.com/office/powerpoint/2010/main" val="1407599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557" y="1845734"/>
            <a:ext cx="4572268" cy="436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44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_______ functions like </a:t>
            </a:r>
            <a:r>
              <a:rPr lang="en-US" sz="3600" i="1" dirty="0"/>
              <a:t>main</a:t>
            </a:r>
            <a:r>
              <a:rPr lang="en-US" sz="3600" dirty="0"/>
              <a:t> are written by the programmer.</a:t>
            </a:r>
          </a:p>
        </p:txBody>
      </p:sp>
    </p:spTree>
    <p:extLst>
      <p:ext uri="{BB962C8B-B14F-4D97-AF65-F5344CB8AC3E}">
        <p14:creationId xmlns:p14="http://schemas.microsoft.com/office/powerpoint/2010/main" val="3522513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Program-defined</a:t>
            </a:r>
          </a:p>
        </p:txBody>
      </p:sp>
    </p:spTree>
    <p:extLst>
      <p:ext uri="{BB962C8B-B14F-4D97-AF65-F5344CB8AC3E}">
        <p14:creationId xmlns:p14="http://schemas.microsoft.com/office/powerpoint/2010/main" val="866380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Functions are either void or _____</a:t>
            </a:r>
          </a:p>
        </p:txBody>
      </p:sp>
    </p:spTree>
    <p:extLst>
      <p:ext uri="{BB962C8B-B14F-4D97-AF65-F5344CB8AC3E}">
        <p14:creationId xmlns:p14="http://schemas.microsoft.com/office/powerpoint/2010/main" val="2603992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735" y="286603"/>
            <a:ext cx="10058400" cy="1450757"/>
          </a:xfrm>
        </p:spPr>
        <p:txBody>
          <a:bodyPr/>
          <a:lstStyle/>
          <a:p>
            <a:r>
              <a:rPr lang="en-US" b="1" dirty="0"/>
              <a:t>Answer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Value-returning</a:t>
            </a:r>
          </a:p>
        </p:txBody>
      </p:sp>
    </p:spTree>
    <p:extLst>
      <p:ext uri="{BB962C8B-B14F-4D97-AF65-F5344CB8AC3E}">
        <p14:creationId xmlns:p14="http://schemas.microsoft.com/office/powerpoint/2010/main" val="178072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built-in _______ function can be used to calculate the square root of a number.</a:t>
            </a:r>
          </a:p>
        </p:txBody>
      </p:sp>
    </p:spTree>
    <p:extLst>
      <p:ext uri="{BB962C8B-B14F-4D97-AF65-F5344CB8AC3E}">
        <p14:creationId xmlns:p14="http://schemas.microsoft.com/office/powerpoint/2010/main" val="3588140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sqrt</a:t>
            </a:r>
          </a:p>
        </p:txBody>
      </p:sp>
    </p:spTree>
    <p:extLst>
      <p:ext uri="{BB962C8B-B14F-4D97-AF65-F5344CB8AC3E}">
        <p14:creationId xmlns:p14="http://schemas.microsoft.com/office/powerpoint/2010/main" val="2228141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built-in _______function can be used to generate random integers within  a specific range.</a:t>
            </a:r>
          </a:p>
        </p:txBody>
      </p:sp>
    </p:spTree>
    <p:extLst>
      <p:ext uri="{BB962C8B-B14F-4D97-AF65-F5344CB8AC3E}">
        <p14:creationId xmlns:p14="http://schemas.microsoft.com/office/powerpoint/2010/main" val="2871096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rand</a:t>
            </a:r>
          </a:p>
        </p:txBody>
      </p:sp>
    </p:spTree>
    <p:extLst>
      <p:ext uri="{BB962C8B-B14F-4D97-AF65-F5344CB8AC3E}">
        <p14:creationId xmlns:p14="http://schemas.microsoft.com/office/powerpoint/2010/main" val="150139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190" y="394977"/>
            <a:ext cx="10058400" cy="1450757"/>
          </a:xfrm>
        </p:spPr>
        <p:txBody>
          <a:bodyPr/>
          <a:lstStyle/>
          <a:p>
            <a:r>
              <a:rPr lang="en-US" b="1" dirty="0"/>
              <a:t>Creating program-defined value-returning functions -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582" y="2335131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b="1" dirty="0"/>
              <a:t>Code the function header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600" dirty="0"/>
              <a:t>Defines the type of data the function will return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600" dirty="0"/>
              <a:t>The name of the function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600" dirty="0"/>
              <a:t>Operational parameters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600" dirty="0"/>
              <a:t>returnDataType functionName ((parameterlist));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4855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program-defined value-returning functions - Body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Code the function body</a:t>
            </a:r>
          </a:p>
          <a:p>
            <a:pPr lvl="1"/>
            <a:r>
              <a:rPr lang="en-US" sz="3200" dirty="0"/>
              <a:t>Instructions for accomplishing the task</a:t>
            </a:r>
          </a:p>
          <a:p>
            <a:pPr lvl="1"/>
            <a:r>
              <a:rPr lang="en-US" sz="3200" dirty="0"/>
              <a:t>Opening and closing braces</a:t>
            </a:r>
          </a:p>
          <a:p>
            <a:pPr lvl="1"/>
            <a:r>
              <a:rPr lang="en-US" sz="3200" dirty="0"/>
              <a:t>Return statement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Return expression</a:t>
            </a:r>
          </a:p>
          <a:p>
            <a:pPr lvl="2"/>
            <a:r>
              <a:rPr lang="en-US" sz="3200" dirty="0"/>
              <a:t>Expression is the value the function returns to the statement that called it</a:t>
            </a:r>
          </a:p>
          <a:p>
            <a:pPr lvl="2"/>
            <a:r>
              <a:rPr lang="en-US" sz="3200" dirty="0"/>
              <a:t>Datatypes must agree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700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6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Functions consist of two parts, a ________ and a ______.</a:t>
            </a:r>
          </a:p>
        </p:txBody>
      </p:sp>
    </p:spTree>
    <p:extLst>
      <p:ext uri="{BB962C8B-B14F-4D97-AF65-F5344CB8AC3E}">
        <p14:creationId xmlns:p14="http://schemas.microsoft.com/office/powerpoint/2010/main" val="3624131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Header, 	                                   body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48" y="2382592"/>
            <a:ext cx="4048336" cy="3908738"/>
          </a:xfrm>
          <a:prstGeom prst="rect">
            <a:avLst/>
          </a:prstGeom>
        </p:spPr>
      </p:pic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510368"/>
            <a:ext cx="57150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446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optional parameterList in a function header represents the ________ of a function.</a:t>
            </a:r>
          </a:p>
        </p:txBody>
      </p:sp>
    </p:spTree>
    <p:extLst>
      <p:ext uri="{BB962C8B-B14F-4D97-AF65-F5344CB8AC3E}">
        <p14:creationId xmlns:p14="http://schemas.microsoft.com/office/powerpoint/2010/main" val="39958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Formal arguments or formal parameters of the function. These are the items passed to the function so that it can perform the calculation.</a:t>
            </a:r>
          </a:p>
        </p:txBody>
      </p:sp>
    </p:spTree>
    <p:extLst>
      <p:ext uri="{BB962C8B-B14F-4D97-AF65-F5344CB8AC3E}">
        <p14:creationId xmlns:p14="http://schemas.microsoft.com/office/powerpoint/2010/main" val="421732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_____ statement of a function returns a value to the calling function.</a:t>
            </a:r>
          </a:p>
        </p:txBody>
      </p:sp>
    </p:spTree>
    <p:extLst>
      <p:ext uri="{BB962C8B-B14F-4D97-AF65-F5344CB8AC3E}">
        <p14:creationId xmlns:p14="http://schemas.microsoft.com/office/powerpoint/2010/main" val="2005557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return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913" y="2059094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59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function ______ contains the instructions for the task the function is to perform.</a:t>
            </a:r>
          </a:p>
        </p:txBody>
      </p:sp>
    </p:spTree>
    <p:extLst>
      <p:ext uri="{BB962C8B-B14F-4D97-AF65-F5344CB8AC3E}">
        <p14:creationId xmlns:p14="http://schemas.microsoft.com/office/powerpoint/2010/main" val="486854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body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045" y="1748053"/>
            <a:ext cx="3490176" cy="457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61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return data type of a function is contained in the function _______.</a:t>
            </a:r>
          </a:p>
        </p:txBody>
      </p:sp>
    </p:spTree>
    <p:extLst>
      <p:ext uri="{BB962C8B-B14F-4D97-AF65-F5344CB8AC3E}">
        <p14:creationId xmlns:p14="http://schemas.microsoft.com/office/powerpoint/2010/main" val="8020484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583" y="299482"/>
            <a:ext cx="10058400" cy="1450757"/>
          </a:xfrm>
        </p:spPr>
        <p:txBody>
          <a:bodyPr/>
          <a:lstStyle/>
          <a:p>
            <a:r>
              <a:rPr lang="en-US" b="1" dirty="0"/>
              <a:t>Answer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header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99" y="2329815"/>
            <a:ext cx="4254321" cy="383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66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Calling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16429"/>
          </a:xfrm>
        </p:spPr>
        <p:txBody>
          <a:bodyPr>
            <a:noAutofit/>
          </a:bodyPr>
          <a:lstStyle/>
          <a:p>
            <a:r>
              <a:rPr lang="en-US" sz="2800" dirty="0"/>
              <a:t>In the function header:</a:t>
            </a:r>
          </a:p>
          <a:p>
            <a:pPr lvl="1"/>
            <a:r>
              <a:rPr lang="en-US" sz="2800" dirty="0"/>
              <a:t>Parameters or arguments</a:t>
            </a:r>
          </a:p>
          <a:p>
            <a:pPr lvl="1"/>
            <a:r>
              <a:rPr lang="en-US" sz="2800" dirty="0"/>
              <a:t>Plus datatypes</a:t>
            </a:r>
          </a:p>
          <a:p>
            <a:pPr lvl="1"/>
            <a:r>
              <a:rPr lang="en-US" sz="2800" dirty="0"/>
              <a:t>You have a relationship between actual and formal parameters</a:t>
            </a:r>
          </a:p>
          <a:p>
            <a:pPr lvl="2"/>
            <a:r>
              <a:rPr lang="en-US" sz="2800" dirty="0"/>
              <a:t>Number</a:t>
            </a:r>
          </a:p>
          <a:p>
            <a:pPr lvl="2"/>
            <a:r>
              <a:rPr lang="en-US" sz="2800" dirty="0"/>
              <a:t>Type</a:t>
            </a:r>
          </a:p>
          <a:p>
            <a:pPr lvl="2"/>
            <a:r>
              <a:rPr lang="en-US" sz="2800" dirty="0"/>
              <a:t>Order</a:t>
            </a:r>
          </a:p>
          <a:p>
            <a:pPr lvl="2"/>
            <a:r>
              <a:rPr lang="en-US" sz="2800" dirty="0"/>
              <a:t>Names</a:t>
            </a:r>
          </a:p>
        </p:txBody>
      </p:sp>
    </p:spTree>
    <p:extLst>
      <p:ext uri="{BB962C8B-B14F-4D97-AF65-F5344CB8AC3E}">
        <p14:creationId xmlns:p14="http://schemas.microsoft.com/office/powerpoint/2010/main" val="18900850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94977"/>
            <a:ext cx="10058400" cy="1450757"/>
          </a:xfrm>
        </p:spPr>
        <p:txBody>
          <a:bodyPr/>
          <a:lstStyle/>
          <a:p>
            <a:r>
              <a:rPr lang="en-US" b="1" dirty="0"/>
              <a:t>Parameters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612" y="1755582"/>
            <a:ext cx="10058400" cy="4023360"/>
          </a:xfrm>
        </p:spPr>
        <p:txBody>
          <a:bodyPr>
            <a:normAutofit fontScale="92500"/>
          </a:bodyPr>
          <a:lstStyle/>
          <a:p>
            <a:endParaRPr lang="en-US" sz="3600" dirty="0"/>
          </a:p>
          <a:p>
            <a:r>
              <a:rPr lang="en-US" sz="3600" dirty="0"/>
              <a:t>Actual parameters can be passed to formal parameters as</a:t>
            </a:r>
          </a:p>
          <a:p>
            <a:pPr lvl="1"/>
            <a:r>
              <a:rPr lang="en-US" sz="3600" dirty="0"/>
              <a:t>Variables</a:t>
            </a:r>
          </a:p>
          <a:p>
            <a:pPr lvl="1"/>
            <a:r>
              <a:rPr lang="en-US" sz="3600" dirty="0"/>
              <a:t>Named constants</a:t>
            </a:r>
          </a:p>
          <a:p>
            <a:pPr lvl="1"/>
            <a:r>
              <a:rPr lang="en-US" sz="3600" dirty="0"/>
              <a:t>Literal constants</a:t>
            </a:r>
          </a:p>
          <a:p>
            <a:pPr lvl="1"/>
            <a:r>
              <a:rPr lang="en-US" sz="3600" dirty="0"/>
              <a:t>Keywords</a:t>
            </a:r>
          </a:p>
          <a:p>
            <a:pPr lvl="1"/>
            <a:r>
              <a:rPr lang="en-US" sz="3600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1811147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r>
              <a:rPr lang="en-US" b="1" dirty="0"/>
              <a:t>Function Prototypes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997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Declares a function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Contains the datatype of the return value of the function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Name of the function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The data type of each of the formal parameters</a:t>
            </a:r>
          </a:p>
        </p:txBody>
      </p:sp>
    </p:spTree>
    <p:extLst>
      <p:ext uri="{BB962C8B-B14F-4D97-AF65-F5344CB8AC3E}">
        <p14:creationId xmlns:p14="http://schemas.microsoft.com/office/powerpoint/2010/main" val="3334948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r>
              <a:rPr lang="en-US" b="1" dirty="0"/>
              <a:t>Function Prototypes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997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Alerts the compiler that the function will be defined in its entirety later in the program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Function is declared before it is called.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Ends with a semicolon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The function header does not end with a semicolon</a:t>
            </a:r>
          </a:p>
        </p:txBody>
      </p:sp>
    </p:spTree>
    <p:extLst>
      <p:ext uri="{BB962C8B-B14F-4D97-AF65-F5344CB8AC3E}">
        <p14:creationId xmlns:p14="http://schemas.microsoft.com/office/powerpoint/2010/main" val="3036390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11 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Another term for calling a function is _______ a function.</a:t>
            </a:r>
          </a:p>
        </p:txBody>
      </p:sp>
    </p:spTree>
    <p:extLst>
      <p:ext uri="{BB962C8B-B14F-4D97-AF65-F5344CB8AC3E}">
        <p14:creationId xmlns:p14="http://schemas.microsoft.com/office/powerpoint/2010/main" val="1576637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invoking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045" y="207806"/>
            <a:ext cx="4082947" cy="658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10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information items passed to a function are called its _______.</a:t>
            </a:r>
          </a:p>
        </p:txBody>
      </p:sp>
    </p:spTree>
    <p:extLst>
      <p:ext uri="{BB962C8B-B14F-4D97-AF65-F5344CB8AC3E}">
        <p14:creationId xmlns:p14="http://schemas.microsoft.com/office/powerpoint/2010/main" val="30646570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Actual arguments or actual parameters</a:t>
            </a:r>
          </a:p>
        </p:txBody>
      </p:sp>
    </p:spTree>
    <p:extLst>
      <p:ext uri="{BB962C8B-B14F-4D97-AF65-F5344CB8AC3E}">
        <p14:creationId xmlns:p14="http://schemas.microsoft.com/office/powerpoint/2010/main" val="618184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Passing a variable’s address to a function is referred to as passing by _______.</a:t>
            </a:r>
          </a:p>
        </p:txBody>
      </p:sp>
    </p:spTree>
    <p:extLst>
      <p:ext uri="{BB962C8B-B14F-4D97-AF65-F5344CB8AC3E}">
        <p14:creationId xmlns:p14="http://schemas.microsoft.com/office/powerpoint/2010/main" val="29653597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12041995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Unless otherwise specified, variables in C++ are automatically passed by _______.</a:t>
            </a:r>
          </a:p>
        </p:txBody>
      </p:sp>
    </p:spTree>
    <p:extLst>
      <p:ext uri="{BB962C8B-B14F-4D97-AF65-F5344CB8AC3E}">
        <p14:creationId xmlns:p14="http://schemas.microsoft.com/office/powerpoint/2010/main" val="1221885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1842139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 function  ________ is a statement that specifies the function’s name, return data type, and data types of its formal parameters.</a:t>
            </a:r>
          </a:p>
        </p:txBody>
      </p:sp>
    </p:spTree>
    <p:extLst>
      <p:ext uri="{BB962C8B-B14F-4D97-AF65-F5344CB8AC3E}">
        <p14:creationId xmlns:p14="http://schemas.microsoft.com/office/powerpoint/2010/main" val="17740735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prototype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232830"/>
            <a:ext cx="4876800" cy="324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827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 and lifetime of a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Scope</a:t>
            </a:r>
          </a:p>
          <a:p>
            <a:pPr lvl="1"/>
            <a:r>
              <a:rPr lang="en-US" sz="3200" dirty="0"/>
              <a:t>Local</a:t>
            </a:r>
          </a:p>
          <a:p>
            <a:pPr lvl="1"/>
            <a:r>
              <a:rPr lang="en-US" sz="3200" dirty="0"/>
              <a:t>Global</a:t>
            </a:r>
          </a:p>
          <a:p>
            <a:pPr lvl="1"/>
            <a:r>
              <a:rPr lang="en-US" sz="3200" dirty="0"/>
              <a:t>Indicates the portion of a program that can used the variable</a:t>
            </a:r>
          </a:p>
          <a:p>
            <a:pPr lvl="1"/>
            <a:endParaRPr lang="en-US" sz="3200" dirty="0"/>
          </a:p>
          <a:p>
            <a:pPr marL="201168" lvl="1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Lifetime</a:t>
            </a:r>
          </a:p>
          <a:p>
            <a:pPr lvl="1"/>
            <a:r>
              <a:rPr lang="en-US" sz="3200" dirty="0"/>
              <a:t>Indicates how long the variable will remain in memory</a:t>
            </a:r>
          </a:p>
        </p:txBody>
      </p:sp>
    </p:spTree>
    <p:extLst>
      <p:ext uri="{BB962C8B-B14F-4D97-AF65-F5344CB8AC3E}">
        <p14:creationId xmlns:p14="http://schemas.microsoft.com/office/powerpoint/2010/main" val="34038188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754281" cy="402336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Used only by the function in which they are declared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Remain in memory until the function ends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Makes the function portable (or stand-alone)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Could be included in the library for other programs to use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343" y="1787356"/>
            <a:ext cx="3199181" cy="414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85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Global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921706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Try to avoid using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Used anywhere in the program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Remain in memory until the program ends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Eliminates portability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Might require program modifications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240" y="2121793"/>
            <a:ext cx="3558459" cy="341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403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Variable’s _______indicated where in the program it can be used.</a:t>
            </a:r>
          </a:p>
        </p:txBody>
      </p:sp>
    </p:spTree>
    <p:extLst>
      <p:ext uri="{BB962C8B-B14F-4D97-AF65-F5344CB8AC3E}">
        <p14:creationId xmlns:p14="http://schemas.microsoft.com/office/powerpoint/2010/main" val="523085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scope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350" y="1971071"/>
            <a:ext cx="4196836" cy="419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21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 variable’s ________ indicates how long the variable remains in the computer’s internal memory.</a:t>
            </a:r>
          </a:p>
        </p:txBody>
      </p:sp>
    </p:spTree>
    <p:extLst>
      <p:ext uri="{BB962C8B-B14F-4D97-AF65-F5344CB8AC3E}">
        <p14:creationId xmlns:p14="http://schemas.microsoft.com/office/powerpoint/2010/main" val="23090364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lifetime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2612136"/>
            <a:ext cx="3933208" cy="329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170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_______ variables can be used only by the function in which they are declared or in whose parameterList they appear.</a:t>
            </a:r>
          </a:p>
        </p:txBody>
      </p:sp>
    </p:spTree>
    <p:extLst>
      <p:ext uri="{BB962C8B-B14F-4D97-AF65-F5344CB8AC3E}">
        <p14:creationId xmlns:p14="http://schemas.microsoft.com/office/powerpoint/2010/main" val="6321512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local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391" y="1787356"/>
            <a:ext cx="3199181" cy="414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444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_____ variables are declared outside of any function in the program, and the remain in memory until the program ends.</a:t>
            </a:r>
          </a:p>
        </p:txBody>
      </p:sp>
    </p:spTree>
    <p:extLst>
      <p:ext uri="{BB962C8B-B14F-4D97-AF65-F5344CB8AC3E}">
        <p14:creationId xmlns:p14="http://schemas.microsoft.com/office/powerpoint/2010/main" val="25430944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global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740" y="1970785"/>
            <a:ext cx="3700593" cy="35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261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Declaring a variable as _______ can allow unintentional errors to occur.</a:t>
            </a:r>
          </a:p>
        </p:txBody>
      </p:sp>
    </p:spTree>
    <p:extLst>
      <p:ext uri="{BB962C8B-B14F-4D97-AF65-F5344CB8AC3E}">
        <p14:creationId xmlns:p14="http://schemas.microsoft.com/office/powerpoint/2010/main" val="21770466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global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057399"/>
            <a:ext cx="3704018" cy="355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231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184</TotalTime>
  <Words>1028</Words>
  <Application>Microsoft Office PowerPoint</Application>
  <PresentationFormat>Widescreen</PresentationFormat>
  <Paragraphs>200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Arial</vt:lpstr>
      <vt:lpstr>Calibri</vt:lpstr>
      <vt:lpstr>Calibri Light</vt:lpstr>
      <vt:lpstr>Wingdings</vt:lpstr>
      <vt:lpstr>Retrospect</vt:lpstr>
      <vt:lpstr>Value-Returning Functions</vt:lpstr>
      <vt:lpstr>Chapter 9 Topics</vt:lpstr>
      <vt:lpstr>Objectives</vt:lpstr>
      <vt:lpstr>Functions</vt:lpstr>
      <vt:lpstr>2 Reasons for Functions</vt:lpstr>
      <vt:lpstr>Functions are:</vt:lpstr>
      <vt:lpstr>How? Value-returning Functions</vt:lpstr>
      <vt:lpstr>Square Root</vt:lpstr>
      <vt:lpstr>Random Integers</vt:lpstr>
      <vt:lpstr>RAND_MAX</vt:lpstr>
      <vt:lpstr>Random Numbers</vt:lpstr>
      <vt:lpstr>srand() function</vt:lpstr>
      <vt:lpstr>srand()</vt:lpstr>
      <vt:lpstr>Question 1</vt:lpstr>
      <vt:lpstr>Answer 1</vt:lpstr>
      <vt:lpstr>Question 2</vt:lpstr>
      <vt:lpstr>Answer 2</vt:lpstr>
      <vt:lpstr>Question 3</vt:lpstr>
      <vt:lpstr>Answer 3</vt:lpstr>
      <vt:lpstr>Question 4</vt:lpstr>
      <vt:lpstr>Answer 4</vt:lpstr>
      <vt:lpstr>Question 5</vt:lpstr>
      <vt:lpstr>Answer 5</vt:lpstr>
      <vt:lpstr>Creating program-defined value-returning functions - Header</vt:lpstr>
      <vt:lpstr>Creating program-defined value-returning functions - Body</vt:lpstr>
      <vt:lpstr>Question 6 </vt:lpstr>
      <vt:lpstr>Answer 6</vt:lpstr>
      <vt:lpstr>Question 7</vt:lpstr>
      <vt:lpstr>Answer 7</vt:lpstr>
      <vt:lpstr>Question 8</vt:lpstr>
      <vt:lpstr>Answer 8</vt:lpstr>
      <vt:lpstr>Question 9</vt:lpstr>
      <vt:lpstr>Answer 9</vt:lpstr>
      <vt:lpstr>Question 10</vt:lpstr>
      <vt:lpstr>Answer 10</vt:lpstr>
      <vt:lpstr>Calling a Function</vt:lpstr>
      <vt:lpstr>Parameters </vt:lpstr>
      <vt:lpstr>Function Prototypes 1</vt:lpstr>
      <vt:lpstr>Function Prototypes 2</vt:lpstr>
      <vt:lpstr>Question 11  </vt:lpstr>
      <vt:lpstr>Answer 11</vt:lpstr>
      <vt:lpstr>Question 12</vt:lpstr>
      <vt:lpstr>Answer 12</vt:lpstr>
      <vt:lpstr>Question 13</vt:lpstr>
      <vt:lpstr>Answer 13</vt:lpstr>
      <vt:lpstr>Question 14</vt:lpstr>
      <vt:lpstr>Answer 14</vt:lpstr>
      <vt:lpstr>Question 15</vt:lpstr>
      <vt:lpstr>Answer 15</vt:lpstr>
      <vt:lpstr>Scope and lifetime of a variable</vt:lpstr>
      <vt:lpstr>Local</vt:lpstr>
      <vt:lpstr>Global </vt:lpstr>
      <vt:lpstr>Question 16</vt:lpstr>
      <vt:lpstr>Answer 16</vt:lpstr>
      <vt:lpstr>Question 17</vt:lpstr>
      <vt:lpstr>Answer 17</vt:lpstr>
      <vt:lpstr>Question 18</vt:lpstr>
      <vt:lpstr>Answer 18</vt:lpstr>
      <vt:lpstr>Question 19</vt:lpstr>
      <vt:lpstr>Answer 19</vt:lpstr>
      <vt:lpstr>Question 20</vt:lpstr>
      <vt:lpstr>Answer 20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Value-Returning Functions</dc:title>
  <dc:creator>laptop</dc:creator>
  <cp:lastModifiedBy>Kelly Hinson</cp:lastModifiedBy>
  <cp:revision>20</cp:revision>
  <dcterms:created xsi:type="dcterms:W3CDTF">2014-04-23T22:18:21Z</dcterms:created>
  <dcterms:modified xsi:type="dcterms:W3CDTF">2020-07-15T20:14:52Z</dcterms:modified>
</cp:coreProperties>
</file>