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97c7b900f41abbbd" providerId="LiveId" clId="{E62AAA16-7E2E-44A5-A9C7-156AB8A7B31F}"/>
    <pc:docChg chg="modSld">
      <pc:chgData name="" userId="97c7b900f41abbbd" providerId="LiveId" clId="{E62AAA16-7E2E-44A5-A9C7-156AB8A7B31F}" dt="2020-07-15T16:34:38.141" v="82" actId="20577"/>
      <pc:docMkLst>
        <pc:docMk/>
      </pc:docMkLst>
      <pc:sldChg chg="addSp modSp">
        <pc:chgData name="" userId="97c7b900f41abbbd" providerId="LiveId" clId="{E62AAA16-7E2E-44A5-A9C7-156AB8A7B31F}" dt="2020-07-15T16:33:57.418" v="38" actId="20577"/>
        <pc:sldMkLst>
          <pc:docMk/>
          <pc:sldMk cId="2373451302" sldId="264"/>
        </pc:sldMkLst>
        <pc:spChg chg="add mod">
          <ac:chgData name="" userId="97c7b900f41abbbd" providerId="LiveId" clId="{E62AAA16-7E2E-44A5-A9C7-156AB8A7B31F}" dt="2020-07-15T16:33:57.418" v="38" actId="20577"/>
          <ac:spMkLst>
            <pc:docMk/>
            <pc:sldMk cId="2373451302" sldId="264"/>
            <ac:spMk id="3" creationId="{F89EE05A-BC95-47A4-86D5-65229645B30F}"/>
          </ac:spMkLst>
        </pc:spChg>
      </pc:sldChg>
      <pc:sldChg chg="modSp">
        <pc:chgData name="" userId="97c7b900f41abbbd" providerId="LiveId" clId="{E62AAA16-7E2E-44A5-A9C7-156AB8A7B31F}" dt="2020-07-15T16:34:38.141" v="82" actId="20577"/>
        <pc:sldMkLst>
          <pc:docMk/>
          <pc:sldMk cId="1781859673" sldId="269"/>
        </pc:sldMkLst>
        <pc:spChg chg="mod">
          <ac:chgData name="" userId="97c7b900f41abbbd" providerId="LiveId" clId="{E62AAA16-7E2E-44A5-A9C7-156AB8A7B31F}" dt="2020-07-15T16:34:38.141" v="82" actId="20577"/>
          <ac:spMkLst>
            <pc:docMk/>
            <pc:sldMk cId="1781859673" sldId="269"/>
            <ac:spMk id="3" creationId="{00000000-0000-0000-0000-000000000000}"/>
          </ac:spMkLst>
        </pc:spChg>
      </pc:sldChg>
    </pc:docChg>
  </pc:docChgLst>
  <pc:docChgLst>
    <pc:chgData name="Kelly Hinson" userId="97c7b900f41abbbd" providerId="LiveId" clId="{E14584F0-A707-4923-9D15-8B7335099998}"/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2 Review</a:t>
            </a:r>
          </a:p>
        </p:txBody>
      </p:sp>
    </p:spTree>
    <p:extLst>
      <p:ext uri="{BB962C8B-B14F-4D97-AF65-F5344CB8AC3E}">
        <p14:creationId xmlns:p14="http://schemas.microsoft.com/office/powerpoint/2010/main" val="2496702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you begin the problem-solving process?</a:t>
            </a:r>
          </a:p>
        </p:txBody>
      </p:sp>
      <p:pic>
        <p:nvPicPr>
          <p:cNvPr id="4" name="Content Placeholder 3" descr="Problem solving process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07563" y="1762298"/>
            <a:ext cx="4328189" cy="324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47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How do you begin the problem-solving process?</a:t>
            </a:r>
          </a:p>
        </p:txBody>
      </p:sp>
      <p:pic>
        <p:nvPicPr>
          <p:cNvPr id="5" name="Content Placeholder 4" descr="Analyze the proble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2155" y="863600"/>
            <a:ext cx="6828366" cy="512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624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you end the problem solving process?</a:t>
            </a:r>
          </a:p>
        </p:txBody>
      </p:sp>
      <p:pic>
        <p:nvPicPr>
          <p:cNvPr id="4" name="Content Placeholder 3" descr="problem solvi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62070" y="1802561"/>
            <a:ext cx="4328535" cy="3243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148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How do you end the problem solving process?</a:t>
            </a:r>
          </a:p>
        </p:txBody>
      </p:sp>
      <p:pic>
        <p:nvPicPr>
          <p:cNvPr id="5" name="Content Placeholder 4" descr="evaluate/modify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17160" y="1614805"/>
            <a:ext cx="4724862" cy="353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990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step of the process that you complete twice?</a:t>
            </a:r>
          </a:p>
        </p:txBody>
      </p:sp>
      <p:pic>
        <p:nvPicPr>
          <p:cNvPr id="4" name="Content Placeholder 3" descr="x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02338" y="1933575"/>
            <a:ext cx="3048000" cy="298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542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What is the step of the process that you complete twice?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2800" dirty="0"/>
          </a:p>
          <a:p>
            <a:r>
              <a:rPr lang="en-US" sz="2800" dirty="0"/>
              <a:t>Desk-check the algorithm</a:t>
            </a:r>
          </a:p>
        </p:txBody>
      </p:sp>
      <p:pic>
        <p:nvPicPr>
          <p:cNvPr id="5" name="Picture 4" descr="Desk Che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86" y="864108"/>
            <a:ext cx="3163599" cy="316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030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output usually identified first?</a:t>
            </a:r>
          </a:p>
        </p:txBody>
      </p:sp>
      <p:pic>
        <p:nvPicPr>
          <p:cNvPr id="4" name="Content Placeholder 3" descr="A drawing of a person&#10;&#10; 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59570" y="2086728"/>
            <a:ext cx="3934410" cy="2675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084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Why is output usually identified first?</a:t>
            </a:r>
          </a:p>
        </p:txBody>
      </p:sp>
      <p:pic>
        <p:nvPicPr>
          <p:cNvPr id="5" name="Content Placeholder 4" descr="goal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07409" y="1015775"/>
            <a:ext cx="5741936" cy="39053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89EE05A-BC95-47A4-86D5-65229645B30F}"/>
              </a:ext>
            </a:extLst>
          </p:cNvPr>
          <p:cNvSpPr txBox="1"/>
          <p:nvPr/>
        </p:nvSpPr>
        <p:spPr>
          <a:xfrm>
            <a:off x="7164198" y="4328719"/>
            <a:ext cx="379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Because it is the goal of the program.</a:t>
            </a:r>
          </a:p>
        </p:txBody>
      </p:sp>
    </p:spTree>
    <p:extLst>
      <p:ext uri="{BB962C8B-B14F-4D97-AF65-F5344CB8AC3E}">
        <p14:creationId xmlns:p14="http://schemas.microsoft.com/office/powerpoint/2010/main" val="2373451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Is Displayed, Printed or Stored in a file</a:t>
            </a:r>
          </a:p>
        </p:txBody>
      </p:sp>
    </p:spTree>
    <p:extLst>
      <p:ext uri="{BB962C8B-B14F-4D97-AF65-F5344CB8AC3E}">
        <p14:creationId xmlns:p14="http://schemas.microsoft.com/office/powerpoint/2010/main" val="3863925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input?</a:t>
            </a:r>
          </a:p>
        </p:txBody>
      </p:sp>
      <p:pic>
        <p:nvPicPr>
          <p:cNvPr id="4" name="Content Placeholder 3" descr="input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35638" y="2786062"/>
            <a:ext cx="3581400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What is input?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information will the computer need from the user to create the output.</a:t>
            </a:r>
          </a:p>
        </p:txBody>
      </p:sp>
      <p:pic>
        <p:nvPicPr>
          <p:cNvPr id="5" name="Picture 4" descr="input outp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764" y="1064374"/>
            <a:ext cx="4022327" cy="2842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610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processing item?</a:t>
            </a:r>
          </a:p>
        </p:txBody>
      </p:sp>
      <p:pic>
        <p:nvPicPr>
          <p:cNvPr id="4" name="Content Placeholder 3" descr="processi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20639" y="2471737"/>
            <a:ext cx="4422371" cy="256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923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What is a processing item?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8323" y="864108"/>
            <a:ext cx="7315200" cy="512064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 variable that is not entered by the user or displayed to the user. It is only used in the program for calculations or processing of data.</a:t>
            </a:r>
          </a:p>
        </p:txBody>
      </p:sp>
      <p:pic>
        <p:nvPicPr>
          <p:cNvPr id="6" name="Picture 5" descr="proces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49" y="1792705"/>
            <a:ext cx="6520295" cy="226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859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</a:t>
            </a:r>
          </a:p>
        </p:txBody>
      </p:sp>
      <p:pic>
        <p:nvPicPr>
          <p:cNvPr id="4" name="Content Placeholder 3" descr="algorith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33641" y="1123837"/>
            <a:ext cx="5900692" cy="423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408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Flowcharts</a:t>
            </a:r>
          </a:p>
        </p:txBody>
      </p:sp>
      <p:pic>
        <p:nvPicPr>
          <p:cNvPr id="4" name="Content Placeholder 3" descr="flowchart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10844" y="1312056"/>
            <a:ext cx="3108960" cy="423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77362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18A1B607-7BAE-46D6-8090-545AC7BDD73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30</TotalTime>
  <Words>186</Words>
  <Application>Microsoft Office PowerPoint</Application>
  <PresentationFormat>Widescreen</PresentationFormat>
  <Paragraphs>42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Corbel</vt:lpstr>
      <vt:lpstr>Wingdings 2</vt:lpstr>
      <vt:lpstr>Frame</vt:lpstr>
      <vt:lpstr>Chapter 2 Review</vt:lpstr>
      <vt:lpstr>How do you begin the problem-solving process?</vt:lpstr>
      <vt:lpstr>Answer:   How do you begin the problem-solving process?</vt:lpstr>
      <vt:lpstr>How do you end the problem solving process?</vt:lpstr>
      <vt:lpstr>Answer:   How do you end the problem solving process?</vt:lpstr>
      <vt:lpstr>What is the step of the process that you complete twice?</vt:lpstr>
      <vt:lpstr>Answer:   What is the step of the process that you complete twice?</vt:lpstr>
      <vt:lpstr>Why is output usually identified first?</vt:lpstr>
      <vt:lpstr>Answer:   Why is output usually identified first?</vt:lpstr>
      <vt:lpstr>Output</vt:lpstr>
      <vt:lpstr>What is input?</vt:lpstr>
      <vt:lpstr>Answer:   What is input?</vt:lpstr>
      <vt:lpstr>What is a processing item?</vt:lpstr>
      <vt:lpstr>Answer:   What is a processing item?</vt:lpstr>
      <vt:lpstr>Algorithms</vt:lpstr>
      <vt:lpstr>Flowcharts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 Review</dc:title>
  <dc:creator>Kelly Hinson</dc:creator>
  <cp:lastModifiedBy>Kelly Hinson</cp:lastModifiedBy>
  <cp:revision>5</cp:revision>
  <dcterms:created xsi:type="dcterms:W3CDTF">2017-01-18T15:51:49Z</dcterms:created>
  <dcterms:modified xsi:type="dcterms:W3CDTF">2020-07-15T16:34:46Z</dcterms:modified>
</cp:coreProperties>
</file>