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806" r:id="rId1"/>
  </p:sldMasterIdLst>
  <p:notesMasterIdLst>
    <p:notesMasterId r:id="rId44"/>
  </p:notesMasterIdLst>
  <p:handoutMasterIdLst>
    <p:handoutMasterId r:id="rId45"/>
  </p:handoutMasterIdLst>
  <p:sldIdLst>
    <p:sldId id="319" r:id="rId2"/>
    <p:sldId id="257" r:id="rId3"/>
    <p:sldId id="463" r:id="rId4"/>
    <p:sldId id="464" r:id="rId5"/>
    <p:sldId id="484" r:id="rId6"/>
    <p:sldId id="471" r:id="rId7"/>
    <p:sldId id="465" r:id="rId8"/>
    <p:sldId id="485" r:id="rId9"/>
    <p:sldId id="466" r:id="rId10"/>
    <p:sldId id="486" r:id="rId11"/>
    <p:sldId id="472" r:id="rId12"/>
    <p:sldId id="488" r:id="rId13"/>
    <p:sldId id="489" r:id="rId14"/>
    <p:sldId id="474" r:id="rId15"/>
    <p:sldId id="467" r:id="rId16"/>
    <p:sldId id="475" r:id="rId17"/>
    <p:sldId id="476" r:id="rId18"/>
    <p:sldId id="477" r:id="rId19"/>
    <p:sldId id="490" r:id="rId20"/>
    <p:sldId id="491" r:id="rId21"/>
    <p:sldId id="468" r:id="rId22"/>
    <p:sldId id="481" r:id="rId23"/>
    <p:sldId id="493" r:id="rId24"/>
    <p:sldId id="492" r:id="rId25"/>
    <p:sldId id="494" r:id="rId26"/>
    <p:sldId id="495" r:id="rId27"/>
    <p:sldId id="482" r:id="rId28"/>
    <p:sldId id="469" r:id="rId29"/>
    <p:sldId id="483" r:id="rId30"/>
    <p:sldId id="496" r:id="rId31"/>
    <p:sldId id="445" r:id="rId32"/>
    <p:sldId id="446" r:id="rId33"/>
    <p:sldId id="470" r:id="rId34"/>
    <p:sldId id="506" r:id="rId35"/>
    <p:sldId id="498" r:id="rId36"/>
    <p:sldId id="507" r:id="rId37"/>
    <p:sldId id="508" r:id="rId38"/>
    <p:sldId id="503" r:id="rId39"/>
    <p:sldId id="504" r:id="rId40"/>
    <p:sldId id="509" r:id="rId41"/>
    <p:sldId id="505" r:id="rId42"/>
    <p:sldId id="510" r:id="rId43"/>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a:srgbClr val="FF0000"/>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7" autoAdjust="0"/>
  </p:normalViewPr>
  <p:slideViewPr>
    <p:cSldViewPr>
      <p:cViewPr varScale="1">
        <p:scale>
          <a:sx n="108" d="100"/>
          <a:sy n="108" d="100"/>
        </p:scale>
        <p:origin x="106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142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B85C3109-250C-44A1-83A9-D165A2E188A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122883" name="Rectangle 3">
            <a:extLst>
              <a:ext uri="{FF2B5EF4-FFF2-40B4-BE49-F238E27FC236}">
                <a16:creationId xmlns:a16="http://schemas.microsoft.com/office/drawing/2014/main" id="{3CB033FF-BF48-491B-9A6B-88B24B8C4731}"/>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charset="0"/>
                <a:ea typeface="ＭＳ Ｐゴシック" charset="-128"/>
              </a:defRPr>
            </a:lvl1pPr>
          </a:lstStyle>
          <a:p>
            <a:pPr>
              <a:defRPr/>
            </a:pPr>
            <a:endParaRPr lang="en-US"/>
          </a:p>
        </p:txBody>
      </p:sp>
      <p:sp>
        <p:nvSpPr>
          <p:cNvPr id="122884" name="Rectangle 4">
            <a:extLst>
              <a:ext uri="{FF2B5EF4-FFF2-40B4-BE49-F238E27FC236}">
                <a16:creationId xmlns:a16="http://schemas.microsoft.com/office/drawing/2014/main" id="{7ED659B8-62DE-4DE4-B1ED-32AF208D9CF2}"/>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122885" name="Rectangle 5">
            <a:extLst>
              <a:ext uri="{FF2B5EF4-FFF2-40B4-BE49-F238E27FC236}">
                <a16:creationId xmlns:a16="http://schemas.microsoft.com/office/drawing/2014/main" id="{C09FF7BA-5116-4721-B66D-846BA95A14A0}"/>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51727221-CCC3-4EDE-B03E-54B3024E3E9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F40E4128-6569-43EF-952F-19BD6615B83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64515" name="Rectangle 3">
            <a:extLst>
              <a:ext uri="{FF2B5EF4-FFF2-40B4-BE49-F238E27FC236}">
                <a16:creationId xmlns:a16="http://schemas.microsoft.com/office/drawing/2014/main" id="{F259F36A-3BFA-4401-BA73-B5E1E142556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charset="0"/>
                <a:ea typeface="ＭＳ Ｐゴシック" charset="-128"/>
              </a:defRPr>
            </a:lvl1pPr>
          </a:lstStyle>
          <a:p>
            <a:pPr>
              <a:defRPr/>
            </a:pPr>
            <a:endParaRPr lang="en-US"/>
          </a:p>
        </p:txBody>
      </p:sp>
      <p:sp>
        <p:nvSpPr>
          <p:cNvPr id="4100" name="Rectangle 4">
            <a:extLst>
              <a:ext uri="{FF2B5EF4-FFF2-40B4-BE49-F238E27FC236}">
                <a16:creationId xmlns:a16="http://schemas.microsoft.com/office/drawing/2014/main" id="{2ADBF7B9-5233-4C9F-B20D-24855929F8D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F29E039F-667E-4A25-A066-650C34048F4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C4E6DA5E-0567-4095-9DBA-5C46D072172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64519" name="Rectangle 7">
            <a:extLst>
              <a:ext uri="{FF2B5EF4-FFF2-40B4-BE49-F238E27FC236}">
                <a16:creationId xmlns:a16="http://schemas.microsoft.com/office/drawing/2014/main" id="{BC8E5876-C3C2-463D-89F9-EF694CAC936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EF7DC06E-7EAD-492D-A3ED-F0A34D4265E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6111CDEA-69DA-4750-B962-6C37473B3B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6AA3663-06A8-4B11-ADED-350062B2B9BE}" type="slidenum">
              <a:rPr lang="en-US" altLang="en-US" smtClean="0"/>
              <a:pPr>
                <a:spcBef>
                  <a:spcPct val="0"/>
                </a:spcBef>
              </a:pPr>
              <a:t>1</a:t>
            </a:fld>
            <a:endParaRPr lang="en-US" altLang="en-US"/>
          </a:p>
        </p:txBody>
      </p:sp>
      <p:sp>
        <p:nvSpPr>
          <p:cNvPr id="7171" name="Rectangle 2">
            <a:extLst>
              <a:ext uri="{FF2B5EF4-FFF2-40B4-BE49-F238E27FC236}">
                <a16:creationId xmlns:a16="http://schemas.microsoft.com/office/drawing/2014/main" id="{BCD997DA-9A55-41FD-8080-9F3F0BF1774B}"/>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7C89B5F5-0318-4C2A-BB59-D6B1F24F38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413645D6-7C6C-47B8-B992-89DDBCDF82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C17432F-F632-4921-B9EE-AB40F5B722EE}" type="slidenum">
              <a:rPr lang="en-US" altLang="en-US" smtClean="0"/>
              <a:pPr>
                <a:spcBef>
                  <a:spcPct val="0"/>
                </a:spcBef>
              </a:pPr>
              <a:t>2</a:t>
            </a:fld>
            <a:endParaRPr lang="en-US" altLang="en-US"/>
          </a:p>
        </p:txBody>
      </p:sp>
      <p:sp>
        <p:nvSpPr>
          <p:cNvPr id="9219" name="Rectangle 2">
            <a:extLst>
              <a:ext uri="{FF2B5EF4-FFF2-40B4-BE49-F238E27FC236}">
                <a16:creationId xmlns:a16="http://schemas.microsoft.com/office/drawing/2014/main" id="{D6DFF0D3-4072-4311-9A01-C93035EC9A93}"/>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840C8D3C-CD5D-4FD8-8CC4-61CC81ECBC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5A873272-844B-4B71-AB33-19B1B5EF3FD7}"/>
              </a:ext>
            </a:extLst>
          </p:cNvPr>
          <p:cNvSpPr>
            <a:spLocks noGrp="1" noRot="1" noChangeAspect="1" noTextEdit="1"/>
          </p:cNvSpPr>
          <p:nvPr>
            <p:ph type="sldImg"/>
          </p:nvPr>
        </p:nvSpPr>
        <p:spPr>
          <a:ln/>
        </p:spPr>
      </p:sp>
      <p:sp>
        <p:nvSpPr>
          <p:cNvPr id="11267" name="Notes Placeholder 2">
            <a:extLst>
              <a:ext uri="{FF2B5EF4-FFF2-40B4-BE49-F238E27FC236}">
                <a16:creationId xmlns:a16="http://schemas.microsoft.com/office/drawing/2014/main" id="{4EC4AFE0-8AB1-405D-8660-CD64A58E69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1268" name="Slide Number Placeholder 3">
            <a:extLst>
              <a:ext uri="{FF2B5EF4-FFF2-40B4-BE49-F238E27FC236}">
                <a16:creationId xmlns:a16="http://schemas.microsoft.com/office/drawing/2014/main" id="{26CBF1E3-B51F-46CB-85B2-0997B8B3C0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E63BA26-87D3-40AF-AC2A-5B36FD5CED2A}" type="slidenum">
              <a:rPr lang="en-US" altLang="en-US" smtClean="0"/>
              <a:pPr>
                <a:spcBef>
                  <a:spcPct val="0"/>
                </a:spcBef>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80676ED9-8335-473F-9F9F-414C63068439}"/>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5A29D9ED-93EC-41B4-8AA4-AC8C3A70B4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3316" name="Slide Number Placeholder 3">
            <a:extLst>
              <a:ext uri="{FF2B5EF4-FFF2-40B4-BE49-F238E27FC236}">
                <a16:creationId xmlns:a16="http://schemas.microsoft.com/office/drawing/2014/main" id="{416CBA22-71BC-4B70-B7CA-E4737F1BC6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68D424A-756B-4BB3-BF87-F70AF849EA9C}" type="slidenum">
              <a:rPr lang="en-US" altLang="en-US" smtClean="0"/>
              <a:pPr>
                <a:spcBef>
                  <a:spcPct val="0"/>
                </a:spcBef>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9D2E91B1-0798-464A-82C6-25E451F2D586}"/>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048E621F-6114-49ED-A47C-C19700F666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5364" name="Slide Number Placeholder 3">
            <a:extLst>
              <a:ext uri="{FF2B5EF4-FFF2-40B4-BE49-F238E27FC236}">
                <a16:creationId xmlns:a16="http://schemas.microsoft.com/office/drawing/2014/main" id="{2EDBBAB6-7A15-4D7A-B7AF-FF074D6A41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6C285C4-DFFC-45C0-BF15-434B00F44C8C}" type="slidenum">
              <a:rPr lang="en-US" altLang="en-US" smtClean="0"/>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27F56137-CAE9-49AA-B7BB-1AB9F90CE7F8}"/>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8937058F-9DCA-448A-9E6D-8A6D85E131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7412" name="Slide Number Placeholder 3">
            <a:extLst>
              <a:ext uri="{FF2B5EF4-FFF2-40B4-BE49-F238E27FC236}">
                <a16:creationId xmlns:a16="http://schemas.microsoft.com/office/drawing/2014/main" id="{52C8B556-3A7F-43AA-AFFE-B790C362F3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2C75E2-6CBB-40A6-A1BA-DAFD331CCD2A}" type="slidenum">
              <a:rPr lang="en-US" altLang="en-US" smtClean="0"/>
              <a:pPr>
                <a:spcBef>
                  <a:spcPct val="0"/>
                </a:spcBef>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1CCC317-C9E2-4733-A90B-36F29632B2E9}"/>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EA9C40FE-AA9B-405D-A1E3-40C09DA28C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9460" name="Slide Number Placeholder 3">
            <a:extLst>
              <a:ext uri="{FF2B5EF4-FFF2-40B4-BE49-F238E27FC236}">
                <a16:creationId xmlns:a16="http://schemas.microsoft.com/office/drawing/2014/main" id="{3C837D85-C61C-4244-8642-D70AB3F8B5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5EAFA4D-3D94-4883-B126-CBA6C768922C}" type="slidenum">
              <a:rPr lang="en-US" altLang="en-US" smtClean="0"/>
              <a:pPr>
                <a:spcBef>
                  <a:spcPct val="0"/>
                </a:spcBef>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3156C50-6192-4254-9AE4-75B4C0D851F1}"/>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FA508828-CAC3-4CEA-A4CE-0C6F9898DB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1508" name="Slide Number Placeholder 3">
            <a:extLst>
              <a:ext uri="{FF2B5EF4-FFF2-40B4-BE49-F238E27FC236}">
                <a16:creationId xmlns:a16="http://schemas.microsoft.com/office/drawing/2014/main" id="{2F452660-78F4-4943-B7EE-1D4EF8BC4F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464F131-141D-4DD0-9215-62D0109A47EF}" type="slidenum">
              <a:rPr lang="en-US" altLang="en-US" smtClean="0"/>
              <a:pPr>
                <a:spcBef>
                  <a:spcPct val="0"/>
                </a:spcBef>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EC2BBAB1-94EF-42D7-9C12-AC053F6EB497}"/>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2A8CBDD7-D6EC-47A0-959A-86E6294D3E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3556" name="Slide Number Placeholder 3">
            <a:extLst>
              <a:ext uri="{FF2B5EF4-FFF2-40B4-BE49-F238E27FC236}">
                <a16:creationId xmlns:a16="http://schemas.microsoft.com/office/drawing/2014/main" id="{F99AE22F-3742-4577-8795-A5E7F6E984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E471BA3-9A69-419C-83B7-333124D1E288}" type="slidenum">
              <a:rPr lang="en-US" altLang="en-US" smtClean="0"/>
              <a:pPr>
                <a:spcBef>
                  <a:spcPct val="0"/>
                </a:spcBef>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161EABBB-72F1-4532-A783-A47BB472F205}"/>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AC8D5349-B61C-41E1-8760-C718F3A8AD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5604" name="Slide Number Placeholder 3">
            <a:extLst>
              <a:ext uri="{FF2B5EF4-FFF2-40B4-BE49-F238E27FC236}">
                <a16:creationId xmlns:a16="http://schemas.microsoft.com/office/drawing/2014/main" id="{5AD0FF77-6FBA-444F-A442-D5B7818737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EA1C346-5A53-40EC-9913-64758C827B66}" type="slidenum">
              <a:rPr lang="en-US" altLang="en-US" smtClean="0"/>
              <a:pPr>
                <a:spcBef>
                  <a:spcPct val="0"/>
                </a:spcBef>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0CF4A561-A0E2-43C0-B023-C644BC463B41}"/>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FA42D6A9-9B05-4219-A9E6-42668A575D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7652" name="Slide Number Placeholder 3">
            <a:extLst>
              <a:ext uri="{FF2B5EF4-FFF2-40B4-BE49-F238E27FC236}">
                <a16:creationId xmlns:a16="http://schemas.microsoft.com/office/drawing/2014/main" id="{DFC52124-FC40-41EC-BBBB-2EAA2E1EFD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EAEF2BF-3075-4B6C-8A8B-F9CFCFF7298D}" type="slidenum">
              <a:rPr lang="en-US" altLang="en-US" smtClean="0"/>
              <a:pPr>
                <a:spcBef>
                  <a:spcPct val="0"/>
                </a:spcBef>
              </a:pPr>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150F1D19-27C7-41B5-ACAE-D474B4899DCC}"/>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FEB259AA-3328-48F1-BED1-DEF2F151E11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9700" name="Slide Number Placeholder 3">
            <a:extLst>
              <a:ext uri="{FF2B5EF4-FFF2-40B4-BE49-F238E27FC236}">
                <a16:creationId xmlns:a16="http://schemas.microsoft.com/office/drawing/2014/main" id="{15A0F6D6-FBF9-4A6E-AC9E-74C209B5F7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0A3D0BB-3F6F-4416-8F36-09A5CA0F4095}" type="slidenum">
              <a:rPr lang="en-US" altLang="en-US" smtClean="0"/>
              <a:pPr>
                <a:spcBef>
                  <a:spcPct val="0"/>
                </a:spcBef>
              </a:pPr>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18BDAD4C-64E5-483F-A617-A47C0095BB94}"/>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358C0CA3-C1FC-4EA0-9E1D-B469C8D11C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1748" name="Slide Number Placeholder 3">
            <a:extLst>
              <a:ext uri="{FF2B5EF4-FFF2-40B4-BE49-F238E27FC236}">
                <a16:creationId xmlns:a16="http://schemas.microsoft.com/office/drawing/2014/main" id="{2DE8FEB0-7ECB-496F-97A0-C2D2F2C4F1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D00FC37-6064-49D7-8F12-7627D35C52E9}" type="slidenum">
              <a:rPr lang="en-US" altLang="en-US" smtClean="0"/>
              <a:pPr>
                <a:spcBef>
                  <a:spcPct val="0"/>
                </a:spcBef>
              </a:pPr>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D0B94B60-4D4C-427A-A66A-555D270FC903}"/>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01FC7216-24B6-4C69-88BA-9216CDCF15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3796" name="Slide Number Placeholder 3">
            <a:extLst>
              <a:ext uri="{FF2B5EF4-FFF2-40B4-BE49-F238E27FC236}">
                <a16:creationId xmlns:a16="http://schemas.microsoft.com/office/drawing/2014/main" id="{691556BB-9A06-4263-BE02-324BC7EF4F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65AC0BC-1DFF-4CD3-922C-1B7CEE368F20}" type="slidenum">
              <a:rPr lang="en-US" altLang="en-US" smtClean="0"/>
              <a:pPr>
                <a:spcBef>
                  <a:spcPct val="0"/>
                </a:spcBef>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06E3FCFD-6F76-4398-8041-E38DCA3DBB9F}"/>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B6B5DA95-8CBE-4E61-A0D1-463DD71A07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5844" name="Slide Number Placeholder 3">
            <a:extLst>
              <a:ext uri="{FF2B5EF4-FFF2-40B4-BE49-F238E27FC236}">
                <a16:creationId xmlns:a16="http://schemas.microsoft.com/office/drawing/2014/main" id="{433A28D5-6E95-4DD8-B8DD-918F21B12B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5DD46CE-AA68-4E33-B08D-A9859BCADDE2}" type="slidenum">
              <a:rPr lang="en-US" altLang="en-US" smtClean="0"/>
              <a:pPr>
                <a:spcBef>
                  <a:spcPct val="0"/>
                </a:spcBef>
              </a:pPr>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35E4EAB3-DA8E-482A-82C1-056B41EAC3C6}"/>
              </a:ext>
            </a:extLst>
          </p:cNvPr>
          <p:cNvSpPr>
            <a:spLocks noGrp="1" noRot="1" noChangeAspect="1" noTextEdit="1"/>
          </p:cNvSpPr>
          <p:nvPr>
            <p:ph type="sldImg"/>
          </p:nvPr>
        </p:nvSpPr>
        <p:spPr>
          <a:ln/>
        </p:spPr>
      </p:sp>
      <p:sp>
        <p:nvSpPr>
          <p:cNvPr id="37891" name="Notes Placeholder 2">
            <a:extLst>
              <a:ext uri="{FF2B5EF4-FFF2-40B4-BE49-F238E27FC236}">
                <a16:creationId xmlns:a16="http://schemas.microsoft.com/office/drawing/2014/main" id="{094BF505-DC94-4B60-946B-4E052C4A68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7892" name="Slide Number Placeholder 3">
            <a:extLst>
              <a:ext uri="{FF2B5EF4-FFF2-40B4-BE49-F238E27FC236}">
                <a16:creationId xmlns:a16="http://schemas.microsoft.com/office/drawing/2014/main" id="{075AC99A-D414-4F74-B62D-6B64278223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00233D3-1BA9-4187-8B9D-07A2E3FB2AAD}" type="slidenum">
              <a:rPr lang="en-US" altLang="en-US" smtClean="0"/>
              <a:pPr>
                <a:spcBef>
                  <a:spcPct val="0"/>
                </a:spcBef>
              </a:pPr>
              <a:t>16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C74741C7-7EC5-46AF-AD1F-ABB6231765B7}"/>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469E7BBA-C9E1-4DA0-9C88-A43FD38742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9940" name="Slide Number Placeholder 3">
            <a:extLst>
              <a:ext uri="{FF2B5EF4-FFF2-40B4-BE49-F238E27FC236}">
                <a16:creationId xmlns:a16="http://schemas.microsoft.com/office/drawing/2014/main" id="{2B212101-EBE1-48DC-990C-9DC3B1B36C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5176BC2-009B-4040-AD2F-953DC65F472D}" type="slidenum">
              <a:rPr lang="en-US" altLang="en-US" smtClean="0"/>
              <a:pPr>
                <a:spcBef>
                  <a:spcPct val="0"/>
                </a:spcBef>
              </a:pPr>
              <a:t>17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CD92093C-201E-4B6F-8CA1-BCDD3EEA7FFD}"/>
              </a:ext>
            </a:extLst>
          </p:cNvPr>
          <p:cNvSpPr>
            <a:spLocks noGrp="1" noRot="1" noChangeAspect="1" noTextEdit="1"/>
          </p:cNvSpPr>
          <p:nvPr>
            <p:ph type="sldImg"/>
          </p:nvPr>
        </p:nvSpPr>
        <p:spPr>
          <a:ln/>
        </p:spPr>
      </p:sp>
      <p:sp>
        <p:nvSpPr>
          <p:cNvPr id="41987" name="Notes Placeholder 2">
            <a:extLst>
              <a:ext uri="{FF2B5EF4-FFF2-40B4-BE49-F238E27FC236}">
                <a16:creationId xmlns:a16="http://schemas.microsoft.com/office/drawing/2014/main" id="{064D303F-FE02-4887-A704-B9434B2D20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1988" name="Slide Number Placeholder 3">
            <a:extLst>
              <a:ext uri="{FF2B5EF4-FFF2-40B4-BE49-F238E27FC236}">
                <a16:creationId xmlns:a16="http://schemas.microsoft.com/office/drawing/2014/main" id="{27E8B612-C9ED-4BCA-9729-953842E867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6AB2AB0-29FB-4F1D-9098-19947926977A}" type="slidenum">
              <a:rPr lang="en-US" altLang="en-US" smtClean="0"/>
              <a:pPr>
                <a:spcBef>
                  <a:spcPct val="0"/>
                </a:spcBef>
              </a:pPr>
              <a:t>18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267BFF19-F550-4190-BE88-2BE5DF88F120}"/>
              </a:ext>
            </a:extLst>
          </p:cNvPr>
          <p:cNvSpPr>
            <a:spLocks noGrp="1" noRot="1" noChangeAspect="1" noTextEdit="1"/>
          </p:cNvSpPr>
          <p:nvPr>
            <p:ph type="sldImg"/>
          </p:nvPr>
        </p:nvSpPr>
        <p:spPr>
          <a:ln/>
        </p:spPr>
      </p:sp>
      <p:sp>
        <p:nvSpPr>
          <p:cNvPr id="44035" name="Notes Placeholder 2">
            <a:extLst>
              <a:ext uri="{FF2B5EF4-FFF2-40B4-BE49-F238E27FC236}">
                <a16:creationId xmlns:a16="http://schemas.microsoft.com/office/drawing/2014/main" id="{9A0DE3F7-F622-4BDB-BBD0-48F1DD6AAA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4036" name="Slide Number Placeholder 3">
            <a:extLst>
              <a:ext uri="{FF2B5EF4-FFF2-40B4-BE49-F238E27FC236}">
                <a16:creationId xmlns:a16="http://schemas.microsoft.com/office/drawing/2014/main" id="{81436136-7070-4217-A7EE-E8CAEDAA57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BF6BD0C-627A-49E4-84A6-5A38D5421367}" type="slidenum">
              <a:rPr lang="en-US" altLang="en-US" smtClean="0"/>
              <a:pPr>
                <a:spcBef>
                  <a:spcPct val="0"/>
                </a:spcBef>
              </a:pPr>
              <a:t>19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108ED0B5-3EB6-42FB-93D3-4A987192DB71}"/>
              </a:ext>
            </a:extLst>
          </p:cNvPr>
          <p:cNvSpPr>
            <a:spLocks noGrp="1" noRot="1" noChangeAspect="1" noTextEdit="1"/>
          </p:cNvSpPr>
          <p:nvPr>
            <p:ph type="sldImg"/>
          </p:nvPr>
        </p:nvSpPr>
        <p:spPr>
          <a:ln/>
        </p:spPr>
      </p:sp>
      <p:sp>
        <p:nvSpPr>
          <p:cNvPr id="46083" name="Notes Placeholder 2">
            <a:extLst>
              <a:ext uri="{FF2B5EF4-FFF2-40B4-BE49-F238E27FC236}">
                <a16:creationId xmlns:a16="http://schemas.microsoft.com/office/drawing/2014/main" id="{FAB67798-CA78-4BDB-9960-9A9A55DD3D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6084" name="Slide Number Placeholder 3">
            <a:extLst>
              <a:ext uri="{FF2B5EF4-FFF2-40B4-BE49-F238E27FC236}">
                <a16:creationId xmlns:a16="http://schemas.microsoft.com/office/drawing/2014/main" id="{5DD44656-8DA5-4437-9B75-2E2D2D9230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57737A1-3FDA-400F-B633-898A798A4434}" type="slidenum">
              <a:rPr lang="en-US" altLang="en-US" smtClean="0"/>
              <a:pPr>
                <a:spcBef>
                  <a:spcPct val="0"/>
                </a:spcBef>
              </a:pPr>
              <a:t>20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DEB8DDFB-4B21-469D-9523-38E80FCE407E}"/>
              </a:ext>
            </a:extLst>
          </p:cNvPr>
          <p:cNvSpPr>
            <a:spLocks noGrp="1" noRot="1" noChangeAspect="1" noTextEdit="1"/>
          </p:cNvSpPr>
          <p:nvPr>
            <p:ph type="sldImg"/>
          </p:nvPr>
        </p:nvSpPr>
        <p:spPr>
          <a:ln/>
        </p:spPr>
      </p:sp>
      <p:sp>
        <p:nvSpPr>
          <p:cNvPr id="48131" name="Notes Placeholder 2">
            <a:extLst>
              <a:ext uri="{FF2B5EF4-FFF2-40B4-BE49-F238E27FC236}">
                <a16:creationId xmlns:a16="http://schemas.microsoft.com/office/drawing/2014/main" id="{82F0B7C7-2E32-4896-8D00-9756C84E56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8132" name="Slide Number Placeholder 3">
            <a:extLst>
              <a:ext uri="{FF2B5EF4-FFF2-40B4-BE49-F238E27FC236}">
                <a16:creationId xmlns:a16="http://schemas.microsoft.com/office/drawing/2014/main" id="{AE84F572-351E-4150-8E2E-A4D2D32D30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32E08EE-0A18-4F57-8505-D0BD741AAF0C}" type="slidenum">
              <a:rPr lang="en-US" altLang="en-US" smtClean="0"/>
              <a:pPr>
                <a:spcBef>
                  <a:spcPct val="0"/>
                </a:spcBef>
              </a:pPr>
              <a:t>21</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EACDCFF-CD02-4D66-BC2A-A7EE05E654C5}"/>
              </a:ext>
            </a:extLst>
          </p:cNvPr>
          <p:cNvSpPr>
            <a:spLocks noGrp="1" noRot="1" noChangeAspect="1" noTextEdit="1"/>
          </p:cNvSpPr>
          <p:nvPr>
            <p:ph type="sldImg"/>
          </p:nvPr>
        </p:nvSpPr>
        <p:spPr>
          <a:ln/>
        </p:spPr>
      </p:sp>
      <p:sp>
        <p:nvSpPr>
          <p:cNvPr id="50179" name="Notes Placeholder 2">
            <a:extLst>
              <a:ext uri="{FF2B5EF4-FFF2-40B4-BE49-F238E27FC236}">
                <a16:creationId xmlns:a16="http://schemas.microsoft.com/office/drawing/2014/main" id="{D4A61B65-92D9-4F2F-9EED-2F551BF619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0180" name="Slide Number Placeholder 3">
            <a:extLst>
              <a:ext uri="{FF2B5EF4-FFF2-40B4-BE49-F238E27FC236}">
                <a16:creationId xmlns:a16="http://schemas.microsoft.com/office/drawing/2014/main" id="{EC19F6AB-4DB3-473C-9E21-D761C18036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14C6053-728F-4619-8B55-20834629A7EE}" type="slidenum">
              <a:rPr lang="en-US" altLang="en-US" smtClean="0"/>
              <a:pPr>
                <a:spcBef>
                  <a:spcPct val="0"/>
                </a:spcBef>
              </a:pPr>
              <a:t>22</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48EA61B7-48EE-44A6-AB59-E0E7281114E6}"/>
              </a:ext>
            </a:extLst>
          </p:cNvPr>
          <p:cNvSpPr>
            <a:spLocks noGrp="1" noRot="1" noChangeAspect="1" noTextEdit="1"/>
          </p:cNvSpPr>
          <p:nvPr>
            <p:ph type="sldImg"/>
          </p:nvPr>
        </p:nvSpPr>
        <p:spPr>
          <a:ln/>
        </p:spPr>
      </p:sp>
      <p:sp>
        <p:nvSpPr>
          <p:cNvPr id="52227" name="Notes Placeholder 2">
            <a:extLst>
              <a:ext uri="{FF2B5EF4-FFF2-40B4-BE49-F238E27FC236}">
                <a16:creationId xmlns:a16="http://schemas.microsoft.com/office/drawing/2014/main" id="{C3BD9E5D-9169-4598-912E-47F7AFDE2B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63ACAEA0-10BA-479A-AA19-3A2918D911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43BFAC0-2EFC-490C-A8F0-5AEA05EC23C8}" type="slidenum">
              <a:rPr lang="en-US" altLang="en-US" smtClean="0"/>
              <a:pPr>
                <a:spcBef>
                  <a:spcPct val="0"/>
                </a:spcBef>
              </a:pPr>
              <a:t>23</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FEF45DF1-1582-40D1-9D72-2FA205CB8929}"/>
              </a:ext>
            </a:extLst>
          </p:cNvPr>
          <p:cNvSpPr>
            <a:spLocks noGrp="1" noRot="1" noChangeAspect="1" noTextEdit="1"/>
          </p:cNvSpPr>
          <p:nvPr>
            <p:ph type="sldImg"/>
          </p:nvPr>
        </p:nvSpPr>
        <p:spPr>
          <a:ln/>
        </p:spPr>
      </p:sp>
      <p:sp>
        <p:nvSpPr>
          <p:cNvPr id="54275" name="Notes Placeholder 2">
            <a:extLst>
              <a:ext uri="{FF2B5EF4-FFF2-40B4-BE49-F238E27FC236}">
                <a16:creationId xmlns:a16="http://schemas.microsoft.com/office/drawing/2014/main" id="{DBA194FB-C8EC-4FB7-91F1-22FD650BD8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4276" name="Slide Number Placeholder 3">
            <a:extLst>
              <a:ext uri="{FF2B5EF4-FFF2-40B4-BE49-F238E27FC236}">
                <a16:creationId xmlns:a16="http://schemas.microsoft.com/office/drawing/2014/main" id="{4975D93F-B857-4CB6-B3D1-E061744C19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BFB5E42-3F51-4987-B500-45F7AFDDE9E4}" type="slidenum">
              <a:rPr lang="en-US" altLang="en-US" smtClean="0"/>
              <a:pPr>
                <a:spcBef>
                  <a:spcPct val="0"/>
                </a:spcBef>
              </a:pPr>
              <a:t>24</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C3B807D9-B6D2-468A-A699-31AAF57C99F4}"/>
              </a:ext>
            </a:extLst>
          </p:cNvPr>
          <p:cNvSpPr>
            <a:spLocks noGrp="1" noRot="1" noChangeAspect="1" noTextEdit="1"/>
          </p:cNvSpPr>
          <p:nvPr>
            <p:ph type="sldImg"/>
          </p:nvPr>
        </p:nvSpPr>
        <p:spPr>
          <a:ln/>
        </p:spPr>
      </p:sp>
      <p:sp>
        <p:nvSpPr>
          <p:cNvPr id="56323" name="Notes Placeholder 2">
            <a:extLst>
              <a:ext uri="{FF2B5EF4-FFF2-40B4-BE49-F238E27FC236}">
                <a16:creationId xmlns:a16="http://schemas.microsoft.com/office/drawing/2014/main" id="{4DBF6554-961B-4C2D-9076-83A780B2B6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6324" name="Slide Number Placeholder 3">
            <a:extLst>
              <a:ext uri="{FF2B5EF4-FFF2-40B4-BE49-F238E27FC236}">
                <a16:creationId xmlns:a16="http://schemas.microsoft.com/office/drawing/2014/main" id="{123E569C-3903-4335-9282-DBB6A06B3A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EF084A8-6432-46C8-A83C-40D5FADE391E}" type="slidenum">
              <a:rPr lang="en-US" altLang="en-US" smtClean="0"/>
              <a:pPr>
                <a:spcBef>
                  <a:spcPct val="0"/>
                </a:spcBef>
              </a:pPr>
              <a:t>25</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2D923975-E000-46FA-ACAD-A0473BA5BB99}"/>
              </a:ext>
            </a:extLst>
          </p:cNvPr>
          <p:cNvSpPr>
            <a:spLocks noGrp="1" noRot="1" noChangeAspect="1" noTextEdit="1"/>
          </p:cNvSpPr>
          <p:nvPr>
            <p:ph type="sldImg"/>
          </p:nvPr>
        </p:nvSpPr>
        <p:spPr>
          <a:ln/>
        </p:spPr>
      </p:sp>
      <p:sp>
        <p:nvSpPr>
          <p:cNvPr id="58371" name="Notes Placeholder 2">
            <a:extLst>
              <a:ext uri="{FF2B5EF4-FFF2-40B4-BE49-F238E27FC236}">
                <a16:creationId xmlns:a16="http://schemas.microsoft.com/office/drawing/2014/main" id="{8FDAEE46-D50A-4A45-96CF-CAEEAD6194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8372" name="Slide Number Placeholder 3">
            <a:extLst>
              <a:ext uri="{FF2B5EF4-FFF2-40B4-BE49-F238E27FC236}">
                <a16:creationId xmlns:a16="http://schemas.microsoft.com/office/drawing/2014/main" id="{7AEDE2C3-6005-4E39-A268-0432B2639C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BB1FEE0-3459-4910-A6D0-D6F558C86ED1}" type="slidenum">
              <a:rPr lang="en-US" altLang="en-US" smtClean="0"/>
              <a:pPr>
                <a:spcBef>
                  <a:spcPct val="0"/>
                </a:spcBef>
              </a:pPr>
              <a:t>26</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45183E01-E4CF-4839-968F-3B651CFCFFA1}"/>
              </a:ext>
            </a:extLst>
          </p:cNvPr>
          <p:cNvSpPr>
            <a:spLocks noGrp="1" noRot="1" noChangeAspect="1" noTextEdit="1"/>
          </p:cNvSpPr>
          <p:nvPr>
            <p:ph type="sldImg"/>
          </p:nvPr>
        </p:nvSpPr>
        <p:spPr>
          <a:ln/>
        </p:spPr>
      </p:sp>
      <p:sp>
        <p:nvSpPr>
          <p:cNvPr id="60419" name="Notes Placeholder 2">
            <a:extLst>
              <a:ext uri="{FF2B5EF4-FFF2-40B4-BE49-F238E27FC236}">
                <a16:creationId xmlns:a16="http://schemas.microsoft.com/office/drawing/2014/main" id="{04ACC236-01E6-4FA2-81D8-F1310E6B9F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60420" name="Slide Number Placeholder 3">
            <a:extLst>
              <a:ext uri="{FF2B5EF4-FFF2-40B4-BE49-F238E27FC236}">
                <a16:creationId xmlns:a16="http://schemas.microsoft.com/office/drawing/2014/main" id="{1A425A99-F75F-4D03-AD0F-EDEEA6A41E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25BE996-20AA-46AB-8453-2B2FE47B6323}" type="slidenum">
              <a:rPr lang="en-US" altLang="en-US" smtClean="0"/>
              <a:pPr>
                <a:spcBef>
                  <a:spcPct val="0"/>
                </a:spcBef>
              </a:pPr>
              <a:t>27</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4B9AF585-CAF4-4231-B18C-DCDC92EF7C82}"/>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id="{D48C1039-F747-49CB-A624-B94488B67B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62468" name="Slide Number Placeholder 3">
            <a:extLst>
              <a:ext uri="{FF2B5EF4-FFF2-40B4-BE49-F238E27FC236}">
                <a16:creationId xmlns:a16="http://schemas.microsoft.com/office/drawing/2014/main" id="{37F3A740-0069-4503-BB9A-E501BCDA2E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0A5D521-2A58-40A7-AE5B-514C5C9587FF}" type="slidenum">
              <a:rPr lang="en-US" altLang="en-US" smtClean="0"/>
              <a:pPr>
                <a:spcBef>
                  <a:spcPct val="0"/>
                </a:spcBef>
              </a:pPr>
              <a:t>28</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580BDB0B-5B84-40F7-8199-68B9D2C949E2}"/>
              </a:ext>
            </a:extLst>
          </p:cNvPr>
          <p:cNvSpPr>
            <a:spLocks noGrp="1" noRot="1" noChangeAspect="1" noTextEdit="1"/>
          </p:cNvSpPr>
          <p:nvPr>
            <p:ph type="sldImg"/>
          </p:nvPr>
        </p:nvSpPr>
        <p:spPr>
          <a:ln/>
        </p:spPr>
      </p:sp>
      <p:sp>
        <p:nvSpPr>
          <p:cNvPr id="64515" name="Notes Placeholder 2">
            <a:extLst>
              <a:ext uri="{FF2B5EF4-FFF2-40B4-BE49-F238E27FC236}">
                <a16:creationId xmlns:a16="http://schemas.microsoft.com/office/drawing/2014/main" id="{34DBA647-BBC8-4B9F-B2C0-0EE563494D4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64516" name="Slide Number Placeholder 3">
            <a:extLst>
              <a:ext uri="{FF2B5EF4-FFF2-40B4-BE49-F238E27FC236}">
                <a16:creationId xmlns:a16="http://schemas.microsoft.com/office/drawing/2014/main" id="{99041E90-8DA0-4BB7-8DAF-DE2E6DE94D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95BC873-18E0-4CC4-A1A0-3AB0018B6D1A}" type="slidenum">
              <a:rPr lang="en-US" altLang="en-US" smtClean="0"/>
              <a:pPr>
                <a:spcBef>
                  <a:spcPct val="0"/>
                </a:spcBef>
              </a:pPr>
              <a:t>29</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F7EA9776-748F-4EBE-BE6C-6E26FEE45F25}"/>
              </a:ext>
            </a:extLst>
          </p:cNvPr>
          <p:cNvSpPr>
            <a:spLocks noGrp="1" noRot="1" noChangeAspect="1" noTextEdit="1"/>
          </p:cNvSpPr>
          <p:nvPr>
            <p:ph type="sldImg"/>
          </p:nvPr>
        </p:nvSpPr>
        <p:spPr>
          <a:ln/>
        </p:spPr>
      </p:sp>
      <p:sp>
        <p:nvSpPr>
          <p:cNvPr id="66563" name="Notes Placeholder 2">
            <a:extLst>
              <a:ext uri="{FF2B5EF4-FFF2-40B4-BE49-F238E27FC236}">
                <a16:creationId xmlns:a16="http://schemas.microsoft.com/office/drawing/2014/main" id="{806E04A4-8DEE-4070-8E7F-BC10EA899B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66564" name="Slide Number Placeholder 3">
            <a:extLst>
              <a:ext uri="{FF2B5EF4-FFF2-40B4-BE49-F238E27FC236}">
                <a16:creationId xmlns:a16="http://schemas.microsoft.com/office/drawing/2014/main" id="{D9CAB5C3-60AB-41A9-A542-1B9905B8E8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292FF02-E22E-4C40-8A75-125366B7975F}" type="slidenum">
              <a:rPr lang="en-US" altLang="en-US" smtClean="0"/>
              <a:pPr>
                <a:spcBef>
                  <a:spcPct val="0"/>
                </a:spcBef>
              </a:pPr>
              <a:t>30</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A61B2A43-8FEE-4427-B559-2D2E1766E8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F5E035-766B-4308-9490-DD6F728B2764}" type="slidenum">
              <a:rPr lang="en-US" altLang="en-US" smtClean="0"/>
              <a:pPr>
                <a:spcBef>
                  <a:spcPct val="0"/>
                </a:spcBef>
              </a:pPr>
              <a:t>31</a:t>
            </a:fld>
            <a:endParaRPr lang="en-US" altLang="en-US"/>
          </a:p>
        </p:txBody>
      </p:sp>
      <p:sp>
        <p:nvSpPr>
          <p:cNvPr id="68611" name="Rectangle 2">
            <a:extLst>
              <a:ext uri="{FF2B5EF4-FFF2-40B4-BE49-F238E27FC236}">
                <a16:creationId xmlns:a16="http://schemas.microsoft.com/office/drawing/2014/main" id="{61639A7A-E6F2-4497-B2D9-585300F39A86}"/>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40FF02B8-C6C3-4343-98CC-BE4AB341EA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04C376ED-2D41-4CEF-B95A-A04A349796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A5D3054-DBEC-4DDE-ACF9-860B84F356AE}" type="slidenum">
              <a:rPr lang="en-US" altLang="en-US" smtClean="0"/>
              <a:pPr>
                <a:spcBef>
                  <a:spcPct val="0"/>
                </a:spcBef>
              </a:pPr>
              <a:t>32</a:t>
            </a:fld>
            <a:endParaRPr lang="en-US" altLang="en-US"/>
          </a:p>
        </p:txBody>
      </p:sp>
      <p:sp>
        <p:nvSpPr>
          <p:cNvPr id="70659" name="Rectangle 2">
            <a:extLst>
              <a:ext uri="{FF2B5EF4-FFF2-40B4-BE49-F238E27FC236}">
                <a16:creationId xmlns:a16="http://schemas.microsoft.com/office/drawing/2014/main" id="{10A6D5E6-F17F-4B1B-ABF5-984686A14629}"/>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DD5DC97F-3B37-4874-A5F2-0810E9869A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5ACA38D4-E0BF-40D8-88EF-A2695FF84028}"/>
              </a:ext>
            </a:extLst>
          </p:cNvPr>
          <p:cNvSpPr>
            <a:spLocks noGrp="1" noRot="1" noChangeAspect="1" noTextEdit="1"/>
          </p:cNvSpPr>
          <p:nvPr>
            <p:ph type="sldImg"/>
          </p:nvPr>
        </p:nvSpPr>
        <p:spPr>
          <a:ln/>
        </p:spPr>
      </p:sp>
      <p:sp>
        <p:nvSpPr>
          <p:cNvPr id="72707" name="Notes Placeholder 2">
            <a:extLst>
              <a:ext uri="{FF2B5EF4-FFF2-40B4-BE49-F238E27FC236}">
                <a16:creationId xmlns:a16="http://schemas.microsoft.com/office/drawing/2014/main" id="{821B9D4B-0312-4573-A265-019DAA608E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72708" name="Slide Number Placeholder 3">
            <a:extLst>
              <a:ext uri="{FF2B5EF4-FFF2-40B4-BE49-F238E27FC236}">
                <a16:creationId xmlns:a16="http://schemas.microsoft.com/office/drawing/2014/main" id="{78AAE66D-A88C-448D-9D28-2CC55E902D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88FCD4-89A4-4358-B106-1309BD034FB0}" type="slidenum">
              <a:rPr lang="en-US" altLang="en-US" smtClean="0"/>
              <a:pPr>
                <a:spcBef>
                  <a:spcPct val="0"/>
                </a:spcBef>
              </a:pPr>
              <a:t>33</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7371DCDA-6034-412B-BB36-42D1BB730D15}"/>
              </a:ext>
            </a:extLst>
          </p:cNvPr>
          <p:cNvSpPr>
            <a:spLocks noGrp="1" noRot="1" noChangeAspect="1" noTextEdit="1"/>
          </p:cNvSpPr>
          <p:nvPr>
            <p:ph type="sldImg"/>
          </p:nvPr>
        </p:nvSpPr>
        <p:spPr>
          <a:ln/>
        </p:spPr>
      </p:sp>
      <p:sp>
        <p:nvSpPr>
          <p:cNvPr id="74755" name="Notes Placeholder 2">
            <a:extLst>
              <a:ext uri="{FF2B5EF4-FFF2-40B4-BE49-F238E27FC236}">
                <a16:creationId xmlns:a16="http://schemas.microsoft.com/office/drawing/2014/main" id="{DFCE2361-1BED-4234-9197-06B39A41C2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74756" name="Slide Number Placeholder 3">
            <a:extLst>
              <a:ext uri="{FF2B5EF4-FFF2-40B4-BE49-F238E27FC236}">
                <a16:creationId xmlns:a16="http://schemas.microsoft.com/office/drawing/2014/main" id="{F8648972-1778-45E1-ABE9-85B587DB1C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91BB963-3283-42FC-9F1B-5CB635EC92A5}" type="slidenum">
              <a:rPr lang="en-US" altLang="en-US" smtClean="0"/>
              <a:pPr>
                <a:spcBef>
                  <a:spcPct val="0"/>
                </a:spcBef>
              </a:pPr>
              <a:t>34</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BFA5361D-4674-4304-B7C4-DD26D955F9A6}"/>
              </a:ext>
            </a:extLst>
          </p:cNvPr>
          <p:cNvSpPr>
            <a:spLocks noGrp="1" noRot="1" noChangeAspect="1" noTextEdit="1"/>
          </p:cNvSpPr>
          <p:nvPr>
            <p:ph type="sldImg"/>
          </p:nvPr>
        </p:nvSpPr>
        <p:spPr>
          <a:ln/>
        </p:spPr>
      </p:sp>
      <p:sp>
        <p:nvSpPr>
          <p:cNvPr id="76803" name="Notes Placeholder 2">
            <a:extLst>
              <a:ext uri="{FF2B5EF4-FFF2-40B4-BE49-F238E27FC236}">
                <a16:creationId xmlns:a16="http://schemas.microsoft.com/office/drawing/2014/main" id="{B35388CB-92B1-4278-966C-938893B683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76804" name="Slide Number Placeholder 3">
            <a:extLst>
              <a:ext uri="{FF2B5EF4-FFF2-40B4-BE49-F238E27FC236}">
                <a16:creationId xmlns:a16="http://schemas.microsoft.com/office/drawing/2014/main" id="{55C137AD-5FAD-459A-8614-641B8AD051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22A7F2B-C289-4C33-8CCA-2E878420D1BC}" type="slidenum">
              <a:rPr lang="en-US" altLang="en-US" smtClean="0"/>
              <a:pPr>
                <a:spcBef>
                  <a:spcPct val="0"/>
                </a:spcBef>
              </a:pPr>
              <a:t>35</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EAFDBD62-0A71-4CAE-9DEF-C4F38F9BBEB3}"/>
              </a:ext>
            </a:extLst>
          </p:cNvPr>
          <p:cNvSpPr>
            <a:spLocks noGrp="1" noRot="1" noChangeAspect="1" noTextEdit="1"/>
          </p:cNvSpPr>
          <p:nvPr>
            <p:ph type="sldImg"/>
          </p:nvPr>
        </p:nvSpPr>
        <p:spPr>
          <a:ln/>
        </p:spPr>
      </p:sp>
      <p:sp>
        <p:nvSpPr>
          <p:cNvPr id="78851" name="Notes Placeholder 2">
            <a:extLst>
              <a:ext uri="{FF2B5EF4-FFF2-40B4-BE49-F238E27FC236}">
                <a16:creationId xmlns:a16="http://schemas.microsoft.com/office/drawing/2014/main" id="{6DE6EC9B-02D5-4DDE-AEAD-E381E1C667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78852" name="Slide Number Placeholder 3">
            <a:extLst>
              <a:ext uri="{FF2B5EF4-FFF2-40B4-BE49-F238E27FC236}">
                <a16:creationId xmlns:a16="http://schemas.microsoft.com/office/drawing/2014/main" id="{4FBE010D-9EF5-4012-B5DE-CA9E21A9E4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CFDB829-DED8-40D6-BE6A-F2CF8D11D406}" type="slidenum">
              <a:rPr lang="en-US" altLang="en-US" smtClean="0"/>
              <a:pPr>
                <a:spcBef>
                  <a:spcPct val="0"/>
                </a:spcBef>
              </a:pPr>
              <a:t>36</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C9D96340-090E-48E8-B407-82645A5E0E7A}"/>
              </a:ext>
            </a:extLst>
          </p:cNvPr>
          <p:cNvSpPr>
            <a:spLocks noGrp="1" noRot="1" noChangeAspect="1" noTextEdit="1"/>
          </p:cNvSpPr>
          <p:nvPr>
            <p:ph type="sldImg"/>
          </p:nvPr>
        </p:nvSpPr>
        <p:spPr>
          <a:ln/>
        </p:spPr>
      </p:sp>
      <p:sp>
        <p:nvSpPr>
          <p:cNvPr id="80899" name="Notes Placeholder 2">
            <a:extLst>
              <a:ext uri="{FF2B5EF4-FFF2-40B4-BE49-F238E27FC236}">
                <a16:creationId xmlns:a16="http://schemas.microsoft.com/office/drawing/2014/main" id="{F586B04A-3972-48E9-BDAF-C629FE2F11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0900" name="Slide Number Placeholder 3">
            <a:extLst>
              <a:ext uri="{FF2B5EF4-FFF2-40B4-BE49-F238E27FC236}">
                <a16:creationId xmlns:a16="http://schemas.microsoft.com/office/drawing/2014/main" id="{135D36A9-163D-4E91-B7FD-6FA74FA3B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BBD2BD7-DC7D-4FA3-9192-4CD827663685}" type="slidenum">
              <a:rPr lang="en-US" altLang="en-US" smtClean="0"/>
              <a:pPr>
                <a:spcBef>
                  <a:spcPct val="0"/>
                </a:spcBef>
              </a:pPr>
              <a:t>37</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1FF7697B-B26F-45EA-9EC9-7557CBFC81EE}"/>
              </a:ext>
            </a:extLst>
          </p:cNvPr>
          <p:cNvSpPr>
            <a:spLocks noGrp="1" noRot="1" noChangeAspect="1" noTextEdit="1"/>
          </p:cNvSpPr>
          <p:nvPr>
            <p:ph type="sldImg"/>
          </p:nvPr>
        </p:nvSpPr>
        <p:spPr>
          <a:ln/>
        </p:spPr>
      </p:sp>
      <p:sp>
        <p:nvSpPr>
          <p:cNvPr id="82947" name="Notes Placeholder 2">
            <a:extLst>
              <a:ext uri="{FF2B5EF4-FFF2-40B4-BE49-F238E27FC236}">
                <a16:creationId xmlns:a16="http://schemas.microsoft.com/office/drawing/2014/main" id="{5BA354C2-0E5F-4167-8D65-0F3C15C00F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2948" name="Slide Number Placeholder 3">
            <a:extLst>
              <a:ext uri="{FF2B5EF4-FFF2-40B4-BE49-F238E27FC236}">
                <a16:creationId xmlns:a16="http://schemas.microsoft.com/office/drawing/2014/main" id="{3D6F0690-9438-42ED-8003-74E48414D50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7BCC773-EFF3-406E-85C1-B0CF9F6BC22B}" type="slidenum">
              <a:rPr lang="en-US" altLang="en-US" smtClean="0"/>
              <a:pPr>
                <a:spcBef>
                  <a:spcPct val="0"/>
                </a:spcBef>
              </a:pPr>
              <a:t>38</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A1273299-AA8E-42EA-B36F-32D6573DCA2F}"/>
              </a:ext>
            </a:extLst>
          </p:cNvPr>
          <p:cNvSpPr>
            <a:spLocks noGrp="1" noRot="1" noChangeAspect="1" noTextEdit="1"/>
          </p:cNvSpPr>
          <p:nvPr>
            <p:ph type="sldImg"/>
          </p:nvPr>
        </p:nvSpPr>
        <p:spPr>
          <a:ln/>
        </p:spPr>
      </p:sp>
      <p:sp>
        <p:nvSpPr>
          <p:cNvPr id="84995" name="Notes Placeholder 2">
            <a:extLst>
              <a:ext uri="{FF2B5EF4-FFF2-40B4-BE49-F238E27FC236}">
                <a16:creationId xmlns:a16="http://schemas.microsoft.com/office/drawing/2014/main" id="{17E5284E-1997-4BAF-84C7-3D2148F4F8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4996" name="Slide Number Placeholder 3">
            <a:extLst>
              <a:ext uri="{FF2B5EF4-FFF2-40B4-BE49-F238E27FC236}">
                <a16:creationId xmlns:a16="http://schemas.microsoft.com/office/drawing/2014/main" id="{3DCEF5C1-C88C-4EC3-99DF-99CF2BA2FF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8085951-34D3-4D97-B484-B6E3EF5C3E7E}" type="slidenum">
              <a:rPr lang="en-US" altLang="en-US" smtClean="0"/>
              <a:pPr>
                <a:spcBef>
                  <a:spcPct val="0"/>
                </a:spcBef>
              </a:pPr>
              <a:t>39</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5F877FE5-D707-4A48-9AEE-6F211D0B8A13}"/>
              </a:ext>
            </a:extLst>
          </p:cNvPr>
          <p:cNvSpPr>
            <a:spLocks noGrp="1" noRot="1" noChangeAspect="1" noTextEdit="1"/>
          </p:cNvSpPr>
          <p:nvPr>
            <p:ph type="sldImg"/>
          </p:nvPr>
        </p:nvSpPr>
        <p:spPr>
          <a:ln/>
        </p:spPr>
      </p:sp>
      <p:sp>
        <p:nvSpPr>
          <p:cNvPr id="87043" name="Notes Placeholder 2">
            <a:extLst>
              <a:ext uri="{FF2B5EF4-FFF2-40B4-BE49-F238E27FC236}">
                <a16:creationId xmlns:a16="http://schemas.microsoft.com/office/drawing/2014/main" id="{48F8093E-5797-4868-8FB1-604A6919F8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7044" name="Slide Number Placeholder 3">
            <a:extLst>
              <a:ext uri="{FF2B5EF4-FFF2-40B4-BE49-F238E27FC236}">
                <a16:creationId xmlns:a16="http://schemas.microsoft.com/office/drawing/2014/main" id="{F6D90B87-F85B-4D08-B3C7-D032000AEA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526CCA7-63F9-49E2-AFF3-867F3EDA10F2}" type="slidenum">
              <a:rPr lang="en-US" altLang="en-US" smtClean="0"/>
              <a:pPr>
                <a:spcBef>
                  <a:spcPct val="0"/>
                </a:spcBef>
              </a:pPr>
              <a:t>40</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8C0EFB4A-9582-4003-9F14-A5530123D0E7}"/>
              </a:ext>
            </a:extLst>
          </p:cNvPr>
          <p:cNvSpPr>
            <a:spLocks noGrp="1" noRot="1" noChangeAspect="1" noTextEdit="1"/>
          </p:cNvSpPr>
          <p:nvPr>
            <p:ph type="sldImg"/>
          </p:nvPr>
        </p:nvSpPr>
        <p:spPr>
          <a:ln/>
        </p:spPr>
      </p:sp>
      <p:sp>
        <p:nvSpPr>
          <p:cNvPr id="89091" name="Notes Placeholder 2">
            <a:extLst>
              <a:ext uri="{FF2B5EF4-FFF2-40B4-BE49-F238E27FC236}">
                <a16:creationId xmlns:a16="http://schemas.microsoft.com/office/drawing/2014/main" id="{81BE1A34-0A02-4BEC-BFD6-0C15DAFBC1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9092" name="Slide Number Placeholder 3">
            <a:extLst>
              <a:ext uri="{FF2B5EF4-FFF2-40B4-BE49-F238E27FC236}">
                <a16:creationId xmlns:a16="http://schemas.microsoft.com/office/drawing/2014/main" id="{CA40F242-EE88-4AB0-844A-A89C23FF9F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8FF2018-5C24-461F-99CF-795FCF3242CB}" type="slidenum">
              <a:rPr lang="en-US" altLang="en-US" smtClean="0"/>
              <a:pPr>
                <a:spcBef>
                  <a:spcPct val="0"/>
                </a:spcBef>
              </a:pPr>
              <a:t>41</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81D20AAC-C790-4FA3-B936-0B5602650461}"/>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7C883E6B-3FEE-496D-9E88-A695C8E55D6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91140" name="Slide Number Placeholder 3">
            <a:extLst>
              <a:ext uri="{FF2B5EF4-FFF2-40B4-BE49-F238E27FC236}">
                <a16:creationId xmlns:a16="http://schemas.microsoft.com/office/drawing/2014/main" id="{BE38E258-A0F2-4EC0-87BC-3155BB07D9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C2241A31-BE54-4663-8FA3-94C1FBC0CA31}" type="slidenum">
              <a:rPr lang="en-US" altLang="en-US" smtClean="0"/>
              <a:pPr>
                <a:spcBef>
                  <a:spcPct val="0"/>
                </a:spcBef>
              </a:pPr>
              <a:t>42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1A4FE212-F499-4A0E-BFAD-FC4668B60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800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8">
            <a:extLst>
              <a:ext uri="{FF2B5EF4-FFF2-40B4-BE49-F238E27FC236}">
                <a16:creationId xmlns:a16="http://schemas.microsoft.com/office/drawing/2014/main" id="{5A28619B-C5B4-4CA0-8CC3-9E9B21196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0"/>
            <a:ext cx="4800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8">
            <a:extLst>
              <a:ext uri="{FF2B5EF4-FFF2-40B4-BE49-F238E27FC236}">
                <a16:creationId xmlns:a16="http://schemas.microsoft.com/office/drawing/2014/main" id="{31E7C25B-0DEF-4920-859C-4F64209011F8}"/>
              </a:ext>
            </a:extLst>
          </p:cNvPr>
          <p:cNvSpPr txBox="1">
            <a:spLocks noChangeArrowheads="1"/>
          </p:cNvSpPr>
          <p:nvPr/>
        </p:nvSpPr>
        <p:spPr bwMode="auto">
          <a:xfrm>
            <a:off x="0" y="2895600"/>
            <a:ext cx="9144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pPr algn="ctr" eaLnBrk="1" hangingPunct="1">
              <a:defRPr/>
            </a:pPr>
            <a:r>
              <a:rPr lang="en-US" altLang="en-US" sz="3200">
                <a:solidFill>
                  <a:srgbClr val="0045AD"/>
                </a:solidFill>
                <a:latin typeface="Arial" panose="020B0604020202020204" pitchFamily="34" charset="0"/>
                <a:cs typeface="Arial" panose="020B0604020202020204" pitchFamily="34" charset="0"/>
              </a:rPr>
              <a:t>An Introduction to Programming with C++</a:t>
            </a:r>
          </a:p>
          <a:p>
            <a:pPr algn="ctr" eaLnBrk="1" hangingPunct="1">
              <a:defRPr/>
            </a:pPr>
            <a:r>
              <a:rPr lang="en-US" altLang="en-US" sz="3200">
                <a:solidFill>
                  <a:srgbClr val="0045AD"/>
                </a:solidFill>
                <a:latin typeface="Arial" panose="020B0604020202020204" pitchFamily="34" charset="0"/>
                <a:cs typeface="Arial" panose="020B0604020202020204" pitchFamily="34" charset="0"/>
              </a:rPr>
              <a:t>Eighth Edition</a:t>
            </a:r>
          </a:p>
        </p:txBody>
      </p:sp>
      <p:cxnSp>
        <p:nvCxnSpPr>
          <p:cNvPr id="6" name="Straight Connector 5">
            <a:extLst>
              <a:ext uri="{FF2B5EF4-FFF2-40B4-BE49-F238E27FC236}">
                <a16:creationId xmlns:a16="http://schemas.microsoft.com/office/drawing/2014/main" id="{9A8D2BDD-D6F3-4C59-ABC0-DBA27E718D5A}"/>
              </a:ext>
            </a:extLst>
          </p:cNvPr>
          <p:cNvCxnSpPr/>
          <p:nvPr/>
        </p:nvCxnSpPr>
        <p:spPr bwMode="auto">
          <a:xfrm>
            <a:off x="1828800" y="4343400"/>
            <a:ext cx="5486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1AEB69-12C9-4298-B312-6DBCFC96CDA5}"/>
              </a:ext>
            </a:extLst>
          </p:cNvPr>
          <p:cNvSpPr>
            <a:spLocks noGrp="1"/>
          </p:cNvSpPr>
          <p:nvPr>
            <p:ph type="title"/>
          </p:nvPr>
        </p:nvSpPr>
        <p:spPr>
          <a:xfrm>
            <a:off x="457200" y="4713288"/>
            <a:ext cx="8229600" cy="1143000"/>
          </a:xfrm>
        </p:spPr>
        <p:txBody>
          <a:bodyPr/>
          <a:lstStyle/>
          <a:p>
            <a:r>
              <a:rPr lang="en-US"/>
              <a:t>Click to edit Master title style</a:t>
            </a:r>
          </a:p>
        </p:txBody>
      </p:sp>
    </p:spTree>
    <p:extLst>
      <p:ext uri="{BB962C8B-B14F-4D97-AF65-F5344CB8AC3E}">
        <p14:creationId xmlns:p14="http://schemas.microsoft.com/office/powerpoint/2010/main" val="125156707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p:cNvSpPr>
            <a:spLocks noGrp="1"/>
          </p:cNvSpPr>
          <p:nvPr>
            <p:ph type="title"/>
          </p:nvPr>
        </p:nvSpPr>
        <p:spPr>
          <a:xfrm>
            <a:off x="609600" y="152400"/>
            <a:ext cx="8077200" cy="1143000"/>
          </a:xfrm>
          <a:prstGeom prst="roundRect">
            <a:avLst/>
          </a:prstGeom>
        </p:spPr>
        <p:txBody>
          <a:bodyPr/>
          <a:lstStyle>
            <a:lvl1pPr>
              <a:defRPr>
                <a:solidFill>
                  <a:schemeClr val="tx1"/>
                </a:solidFill>
              </a:defRPr>
            </a:lvl1pPr>
          </a:lstStyle>
          <a:p>
            <a:r>
              <a:rPr lang="en-US"/>
              <a:t>Click to edit Master title style</a:t>
            </a:r>
            <a:endParaRPr lang="en-US" dirty="0"/>
          </a:p>
        </p:txBody>
      </p:sp>
      <p:sp>
        <p:nvSpPr>
          <p:cNvPr id="4" name="Rectangle 5">
            <a:extLst>
              <a:ext uri="{FF2B5EF4-FFF2-40B4-BE49-F238E27FC236}">
                <a16:creationId xmlns:a16="http://schemas.microsoft.com/office/drawing/2014/main" id="{1F5C9E71-2359-4C1A-98D0-76103AF6A309}"/>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5" name="Rectangle 6">
            <a:extLst>
              <a:ext uri="{FF2B5EF4-FFF2-40B4-BE49-F238E27FC236}">
                <a16:creationId xmlns:a16="http://schemas.microsoft.com/office/drawing/2014/main" id="{B51DC6F9-ECC0-440F-9D32-7C9A807DD960}"/>
              </a:ext>
            </a:extLst>
          </p:cNvPr>
          <p:cNvSpPr>
            <a:spLocks noGrp="1" noChangeArrowheads="1"/>
          </p:cNvSpPr>
          <p:nvPr>
            <p:ph type="sldNum" sz="quarter" idx="11"/>
          </p:nvPr>
        </p:nvSpPr>
        <p:spPr>
          <a:ln/>
        </p:spPr>
        <p:txBody>
          <a:bodyPr/>
          <a:lstStyle>
            <a:lvl1pPr>
              <a:defRPr/>
            </a:lvl1pPr>
          </a:lstStyle>
          <a:p>
            <a:pPr>
              <a:defRPr/>
            </a:pPr>
            <a:fld id="{7A9A8023-B410-44DF-A7FD-30D42FB23173}" type="slidenum">
              <a:rPr lang="en-US" altLang="en-US"/>
              <a:pPr>
                <a:defRPr/>
              </a:pPr>
              <a:t>‹#›</a:t>
            </a:fld>
            <a:endParaRPr lang="en-US" altLang="en-US"/>
          </a:p>
        </p:txBody>
      </p:sp>
    </p:spTree>
    <p:extLst>
      <p:ext uri="{BB962C8B-B14F-4D97-AF65-F5344CB8AC3E}">
        <p14:creationId xmlns:p14="http://schemas.microsoft.com/office/powerpoint/2010/main" val="588658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05BC1D-C09C-4AA0-AAAF-833A9D97A151}"/>
              </a:ext>
            </a:extLst>
          </p:cNvPr>
          <p:cNvSpPr>
            <a:spLocks/>
          </p:cNvSpPr>
          <p:nvPr/>
        </p:nvSpPr>
        <p:spPr bwMode="auto">
          <a:xfrm>
            <a:off x="609600" y="152400"/>
            <a:ext cx="8077200" cy="11430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pPr algn="ctr">
              <a:defRPr/>
            </a:pPr>
            <a:r>
              <a:rPr lang="en-US" altLang="en-US" sz="3600">
                <a:solidFill>
                  <a:schemeClr val="tx1"/>
                </a:solidFill>
                <a:latin typeface="Trebuchet MS" panose="020B0603020202020204" pitchFamily="34" charset="0"/>
              </a:rPr>
              <a:t>Click to edit Master title style</a:t>
            </a:r>
          </a:p>
        </p:txBody>
      </p:sp>
      <p:sp>
        <p:nvSpPr>
          <p:cNvPr id="2" name="Title 1"/>
          <p:cNvSpPr>
            <a:spLocks noGrp="1"/>
          </p:cNvSpPr>
          <p:nvPr>
            <p:ph type="title"/>
          </p:nvPr>
        </p:nvSpPr>
        <p:spPr>
          <a:xfrm>
            <a:off x="722313" y="4406900"/>
            <a:ext cx="7772400" cy="1362075"/>
          </a:xfrm>
          <a:prstGeom prst="round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a:extLst>
              <a:ext uri="{FF2B5EF4-FFF2-40B4-BE49-F238E27FC236}">
                <a16:creationId xmlns:a16="http://schemas.microsoft.com/office/drawing/2014/main" id="{730A166F-2A65-4A32-A1E5-C7C91F27C773}"/>
              </a:ext>
            </a:extLst>
          </p:cNvPr>
          <p:cNvSpPr>
            <a:spLocks noGrp="1" noChangeArrowheads="1"/>
          </p:cNvSpPr>
          <p:nvPr>
            <p:ph type="ftr" sz="quarter" idx="10"/>
          </p:nvPr>
        </p:nvSpPr>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52859F0D-658F-49CC-8B60-5131F2613FE1}"/>
              </a:ext>
            </a:extLst>
          </p:cNvPr>
          <p:cNvSpPr>
            <a:spLocks noGrp="1" noChangeArrowheads="1"/>
          </p:cNvSpPr>
          <p:nvPr>
            <p:ph type="sldNum" sz="quarter" idx="11"/>
          </p:nvPr>
        </p:nvSpPr>
        <p:spPr/>
        <p:txBody>
          <a:bodyPr/>
          <a:lstStyle>
            <a:lvl1pPr>
              <a:defRPr/>
            </a:lvl1pPr>
          </a:lstStyle>
          <a:p>
            <a:pPr>
              <a:defRPr/>
            </a:pPr>
            <a:fld id="{55BE2696-3991-42F7-80BC-73BCFC5A1CDF}" type="slidenum">
              <a:rPr lang="en-US" altLang="en-US"/>
              <a:pPr>
                <a:defRPr/>
              </a:pPr>
              <a:t>‹#›</a:t>
            </a:fld>
            <a:endParaRPr lang="en-US" altLang="en-US"/>
          </a:p>
        </p:txBody>
      </p:sp>
    </p:spTree>
    <p:extLst>
      <p:ext uri="{BB962C8B-B14F-4D97-AF65-F5344CB8AC3E}">
        <p14:creationId xmlns:p14="http://schemas.microsoft.com/office/powerpoint/2010/main" val="2888508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34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152400"/>
            <a:ext cx="8077200" cy="1143000"/>
          </a:xfrm>
          <a:prstGeom prst="roundRect">
            <a:avLst/>
          </a:prstGeom>
        </p:spPr>
        <p:txBody>
          <a:bodyPr/>
          <a:lstStyle>
            <a:lvl1pPr>
              <a:defRPr>
                <a:solidFill>
                  <a:schemeClr val="tx1"/>
                </a:solidFill>
              </a:defRPr>
            </a:lvl1pPr>
          </a:lstStyle>
          <a:p>
            <a:r>
              <a:rPr lang="en-US"/>
              <a:t>Click to edit Master title style</a:t>
            </a:r>
            <a:endParaRPr lang="en-US" dirty="0"/>
          </a:p>
        </p:txBody>
      </p:sp>
      <p:sp>
        <p:nvSpPr>
          <p:cNvPr id="5" name="Rectangle 5">
            <a:extLst>
              <a:ext uri="{FF2B5EF4-FFF2-40B4-BE49-F238E27FC236}">
                <a16:creationId xmlns:a16="http://schemas.microsoft.com/office/drawing/2014/main" id="{601B98DF-C5F2-47B4-876B-B39D5BB169CE}"/>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44B6B855-DF63-4175-B58A-B3FA46661E2F}"/>
              </a:ext>
            </a:extLst>
          </p:cNvPr>
          <p:cNvSpPr>
            <a:spLocks noGrp="1" noChangeArrowheads="1"/>
          </p:cNvSpPr>
          <p:nvPr>
            <p:ph type="sldNum" sz="quarter" idx="11"/>
          </p:nvPr>
        </p:nvSpPr>
        <p:spPr>
          <a:ln/>
        </p:spPr>
        <p:txBody>
          <a:bodyPr/>
          <a:lstStyle>
            <a:lvl1pPr>
              <a:defRPr/>
            </a:lvl1pPr>
          </a:lstStyle>
          <a:p>
            <a:pPr>
              <a:defRPr/>
            </a:pPr>
            <a:fld id="{B5AE4088-E353-4B9A-9040-795036C642B8}" type="slidenum">
              <a:rPr lang="en-US" altLang="en-US"/>
              <a:pPr>
                <a:defRPr/>
              </a:pPr>
              <a:t>‹#›</a:t>
            </a:fld>
            <a:endParaRPr lang="en-US" altLang="en-US"/>
          </a:p>
        </p:txBody>
      </p:sp>
    </p:spTree>
    <p:extLst>
      <p:ext uri="{BB962C8B-B14F-4D97-AF65-F5344CB8AC3E}">
        <p14:creationId xmlns:p14="http://schemas.microsoft.com/office/powerpoint/2010/main" val="3513009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E88FBFC7-01F5-4E8D-9C48-9392A595E32C}"/>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8" name="Rectangle 6">
            <a:extLst>
              <a:ext uri="{FF2B5EF4-FFF2-40B4-BE49-F238E27FC236}">
                <a16:creationId xmlns:a16="http://schemas.microsoft.com/office/drawing/2014/main" id="{E1DF0F50-8B08-4B35-BA1C-9245B40EC6C2}"/>
              </a:ext>
            </a:extLst>
          </p:cNvPr>
          <p:cNvSpPr>
            <a:spLocks noGrp="1" noChangeArrowheads="1"/>
          </p:cNvSpPr>
          <p:nvPr>
            <p:ph type="sldNum" sz="quarter" idx="11"/>
          </p:nvPr>
        </p:nvSpPr>
        <p:spPr>
          <a:ln/>
        </p:spPr>
        <p:txBody>
          <a:bodyPr/>
          <a:lstStyle>
            <a:lvl1pPr>
              <a:defRPr/>
            </a:lvl1pPr>
          </a:lstStyle>
          <a:p>
            <a:pPr>
              <a:defRPr/>
            </a:pPr>
            <a:fld id="{4DDECAF9-F968-45CA-B86C-2392793419D4}" type="slidenum">
              <a:rPr lang="en-US" altLang="en-US"/>
              <a:pPr>
                <a:defRPr/>
              </a:pPr>
              <a:t>‹#›</a:t>
            </a:fld>
            <a:endParaRPr lang="en-US" altLang="en-US"/>
          </a:p>
        </p:txBody>
      </p:sp>
    </p:spTree>
    <p:extLst>
      <p:ext uri="{BB962C8B-B14F-4D97-AF65-F5344CB8AC3E}">
        <p14:creationId xmlns:p14="http://schemas.microsoft.com/office/powerpoint/2010/main" val="103855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3BBA41F-1C3F-4133-8F74-8A966B213669}"/>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3" name="Rectangle 6">
            <a:extLst>
              <a:ext uri="{FF2B5EF4-FFF2-40B4-BE49-F238E27FC236}">
                <a16:creationId xmlns:a16="http://schemas.microsoft.com/office/drawing/2014/main" id="{5BFC2458-D27B-4604-B1C0-7372EFC80675}"/>
              </a:ext>
            </a:extLst>
          </p:cNvPr>
          <p:cNvSpPr>
            <a:spLocks noGrp="1" noChangeArrowheads="1"/>
          </p:cNvSpPr>
          <p:nvPr>
            <p:ph type="sldNum" sz="quarter" idx="11"/>
          </p:nvPr>
        </p:nvSpPr>
        <p:spPr>
          <a:ln/>
        </p:spPr>
        <p:txBody>
          <a:bodyPr/>
          <a:lstStyle>
            <a:lvl1pPr>
              <a:defRPr/>
            </a:lvl1pPr>
          </a:lstStyle>
          <a:p>
            <a:pPr>
              <a:defRPr/>
            </a:pPr>
            <a:fld id="{4863C522-FE89-44D2-8E63-8149684BBFAA}" type="slidenum">
              <a:rPr lang="en-US" altLang="en-US"/>
              <a:pPr>
                <a:defRPr/>
              </a:pPr>
              <a:t>‹#›</a:t>
            </a:fld>
            <a:endParaRPr lang="en-US" altLang="en-US"/>
          </a:p>
        </p:txBody>
      </p:sp>
    </p:spTree>
    <p:extLst>
      <p:ext uri="{BB962C8B-B14F-4D97-AF65-F5344CB8AC3E}">
        <p14:creationId xmlns:p14="http://schemas.microsoft.com/office/powerpoint/2010/main" val="2238490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183D50F-11E4-4AB4-8660-2AC965E4AB3D}"/>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3" name="Rectangle 6">
            <a:extLst>
              <a:ext uri="{FF2B5EF4-FFF2-40B4-BE49-F238E27FC236}">
                <a16:creationId xmlns:a16="http://schemas.microsoft.com/office/drawing/2014/main" id="{D84B1E2F-BCC4-4F83-81B4-53B9E6E46F12}"/>
              </a:ext>
            </a:extLst>
          </p:cNvPr>
          <p:cNvSpPr>
            <a:spLocks noGrp="1" noChangeArrowheads="1"/>
          </p:cNvSpPr>
          <p:nvPr>
            <p:ph type="sldNum" sz="quarter" idx="11"/>
          </p:nvPr>
        </p:nvSpPr>
        <p:spPr>
          <a:ln/>
        </p:spPr>
        <p:txBody>
          <a:bodyPr/>
          <a:lstStyle>
            <a:lvl1pPr>
              <a:defRPr/>
            </a:lvl1pPr>
          </a:lstStyle>
          <a:p>
            <a:pPr>
              <a:defRPr/>
            </a:pPr>
            <a:fld id="{880496B1-F6F9-4EC2-874F-5692DCBE9A05}" type="slidenum">
              <a:rPr lang="en-US" altLang="en-US"/>
              <a:pPr>
                <a:defRPr/>
              </a:pPr>
              <a:t>‹#›</a:t>
            </a:fld>
            <a:endParaRPr lang="en-US" altLang="en-US"/>
          </a:p>
        </p:txBody>
      </p:sp>
    </p:spTree>
    <p:extLst>
      <p:ext uri="{BB962C8B-B14F-4D97-AF65-F5344CB8AC3E}">
        <p14:creationId xmlns:p14="http://schemas.microsoft.com/office/powerpoint/2010/main" val="3436005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447800"/>
            <a:ext cx="5111750" cy="46783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2191EFE1-F42A-478A-B15B-CE667008ABDA}"/>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EB188921-14F5-46E8-AE80-FA7EC6A1F5FD}"/>
              </a:ext>
            </a:extLst>
          </p:cNvPr>
          <p:cNvSpPr>
            <a:spLocks noGrp="1" noChangeArrowheads="1"/>
          </p:cNvSpPr>
          <p:nvPr>
            <p:ph type="sldNum" sz="quarter" idx="11"/>
          </p:nvPr>
        </p:nvSpPr>
        <p:spPr>
          <a:ln/>
        </p:spPr>
        <p:txBody>
          <a:bodyPr/>
          <a:lstStyle>
            <a:lvl1pPr>
              <a:defRPr/>
            </a:lvl1pPr>
          </a:lstStyle>
          <a:p>
            <a:pPr>
              <a:defRPr/>
            </a:pPr>
            <a:fld id="{CABB84F7-36E9-435B-8278-3D0283C7677F}" type="slidenum">
              <a:rPr lang="en-US" altLang="en-US"/>
              <a:pPr>
                <a:defRPr/>
              </a:pPr>
              <a:t>‹#›</a:t>
            </a:fld>
            <a:endParaRPr lang="en-US" altLang="en-US"/>
          </a:p>
        </p:txBody>
      </p:sp>
    </p:spTree>
    <p:extLst>
      <p:ext uri="{BB962C8B-B14F-4D97-AF65-F5344CB8AC3E}">
        <p14:creationId xmlns:p14="http://schemas.microsoft.com/office/powerpoint/2010/main" val="353086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ound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1172963-8BB6-4446-896A-95B934367053}"/>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FA217451-63E9-4B79-B614-73E36FB9A104}"/>
              </a:ext>
            </a:extLst>
          </p:cNvPr>
          <p:cNvSpPr>
            <a:spLocks noGrp="1" noChangeArrowheads="1"/>
          </p:cNvSpPr>
          <p:nvPr>
            <p:ph type="sldNum" sz="quarter" idx="11"/>
          </p:nvPr>
        </p:nvSpPr>
        <p:spPr>
          <a:ln/>
        </p:spPr>
        <p:txBody>
          <a:bodyPr/>
          <a:lstStyle>
            <a:lvl1pPr>
              <a:defRPr/>
            </a:lvl1pPr>
          </a:lstStyle>
          <a:p>
            <a:pPr>
              <a:defRPr/>
            </a:pPr>
            <a:fld id="{A9482A78-59C7-4F38-92D0-E416052C505B}" type="slidenum">
              <a:rPr lang="en-US" altLang="en-US"/>
              <a:pPr>
                <a:defRPr/>
              </a:pPr>
              <a:t>‹#›</a:t>
            </a:fld>
            <a:endParaRPr lang="en-US" altLang="en-US"/>
          </a:p>
        </p:txBody>
      </p:sp>
    </p:spTree>
    <p:extLst>
      <p:ext uri="{BB962C8B-B14F-4D97-AF65-F5344CB8AC3E}">
        <p14:creationId xmlns:p14="http://schemas.microsoft.com/office/powerpoint/2010/main" val="2492764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077200" cy="1143000"/>
          </a:xfrm>
          <a:prstGeom prst="roundRect">
            <a:avLst/>
          </a:prstGeom>
        </p:spPr>
        <p:txBody>
          <a:bodyPr/>
          <a:lstStyle>
            <a:lvl1pPr>
              <a:defRPr>
                <a:solidFill>
                  <a:srgbClr val="16489A"/>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7597E45-755E-411D-B89F-B312F4207175}"/>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5" name="Rectangle 6">
            <a:extLst>
              <a:ext uri="{FF2B5EF4-FFF2-40B4-BE49-F238E27FC236}">
                <a16:creationId xmlns:a16="http://schemas.microsoft.com/office/drawing/2014/main" id="{5B215EA9-9DD9-4779-B075-76BE8E9A7960}"/>
              </a:ext>
            </a:extLst>
          </p:cNvPr>
          <p:cNvSpPr>
            <a:spLocks noGrp="1" noChangeArrowheads="1"/>
          </p:cNvSpPr>
          <p:nvPr>
            <p:ph type="sldNum" sz="quarter" idx="11"/>
          </p:nvPr>
        </p:nvSpPr>
        <p:spPr>
          <a:ln/>
        </p:spPr>
        <p:txBody>
          <a:bodyPr/>
          <a:lstStyle>
            <a:lvl1pPr>
              <a:defRPr/>
            </a:lvl1pPr>
          </a:lstStyle>
          <a:p>
            <a:pPr>
              <a:defRPr/>
            </a:pPr>
            <a:fld id="{A872840F-8A72-40FB-9834-EF9EB897FE11}" type="slidenum">
              <a:rPr lang="en-US" altLang="en-US"/>
              <a:pPr>
                <a:defRPr/>
              </a:pPr>
              <a:t>‹#›</a:t>
            </a:fld>
            <a:endParaRPr lang="en-US" altLang="en-US"/>
          </a:p>
        </p:txBody>
      </p:sp>
    </p:spTree>
    <p:extLst>
      <p:ext uri="{BB962C8B-B14F-4D97-AF65-F5344CB8AC3E}">
        <p14:creationId xmlns:p14="http://schemas.microsoft.com/office/powerpoint/2010/main" val="21745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19300" cy="5867400"/>
          </a:xfrm>
          <a:prstGeom prst="round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381000"/>
            <a:ext cx="59055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C108236-957E-44D5-BA48-B48174EA53FE}"/>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5" name="Rectangle 6">
            <a:extLst>
              <a:ext uri="{FF2B5EF4-FFF2-40B4-BE49-F238E27FC236}">
                <a16:creationId xmlns:a16="http://schemas.microsoft.com/office/drawing/2014/main" id="{7C54E7D2-F2D0-43F9-82C9-23D142F78067}"/>
              </a:ext>
            </a:extLst>
          </p:cNvPr>
          <p:cNvSpPr>
            <a:spLocks noGrp="1" noChangeArrowheads="1"/>
          </p:cNvSpPr>
          <p:nvPr>
            <p:ph type="sldNum" sz="quarter" idx="11"/>
          </p:nvPr>
        </p:nvSpPr>
        <p:spPr>
          <a:ln/>
        </p:spPr>
        <p:txBody>
          <a:bodyPr/>
          <a:lstStyle>
            <a:lvl1pPr>
              <a:defRPr/>
            </a:lvl1pPr>
          </a:lstStyle>
          <a:p>
            <a:pPr>
              <a:defRPr/>
            </a:pPr>
            <a:fld id="{0607659E-5EA2-4183-8636-B20F5B6DCACA}" type="slidenum">
              <a:rPr lang="en-US" altLang="en-US"/>
              <a:pPr>
                <a:defRPr/>
              </a:pPr>
              <a:t>‹#›</a:t>
            </a:fld>
            <a:endParaRPr lang="en-US" altLang="en-US"/>
          </a:p>
        </p:txBody>
      </p:sp>
    </p:spTree>
    <p:extLst>
      <p:ext uri="{BB962C8B-B14F-4D97-AF65-F5344CB8AC3E}">
        <p14:creationId xmlns:p14="http://schemas.microsoft.com/office/powerpoint/2010/main" val="3575683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FB3B7D4C-CDEF-4DD4-878B-52227C0DA465}"/>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4" name="Rectangle 6">
            <a:extLst>
              <a:ext uri="{FF2B5EF4-FFF2-40B4-BE49-F238E27FC236}">
                <a16:creationId xmlns:a16="http://schemas.microsoft.com/office/drawing/2014/main" id="{7387A405-0A03-454B-B717-981AB89700FC}"/>
              </a:ext>
            </a:extLst>
          </p:cNvPr>
          <p:cNvSpPr>
            <a:spLocks noGrp="1" noChangeArrowheads="1"/>
          </p:cNvSpPr>
          <p:nvPr>
            <p:ph type="sldNum" sz="quarter" idx="11"/>
          </p:nvPr>
        </p:nvSpPr>
        <p:spPr>
          <a:ln/>
        </p:spPr>
        <p:txBody>
          <a:bodyPr/>
          <a:lstStyle>
            <a:lvl1pPr>
              <a:defRPr/>
            </a:lvl1pPr>
          </a:lstStyle>
          <a:p>
            <a:pPr>
              <a:defRPr/>
            </a:pPr>
            <a:fld id="{C6C3120F-7C05-47DB-8D66-81C6626E38A0}" type="slidenum">
              <a:rPr lang="en-US" altLang="en-US"/>
              <a:pPr>
                <a:defRPr/>
              </a:pPr>
              <a:t>‹#›</a:t>
            </a:fld>
            <a:endParaRPr lang="en-US" altLang="en-US"/>
          </a:p>
        </p:txBody>
      </p:sp>
    </p:spTree>
    <p:extLst>
      <p:ext uri="{BB962C8B-B14F-4D97-AF65-F5344CB8AC3E}">
        <p14:creationId xmlns:p14="http://schemas.microsoft.com/office/powerpoint/2010/main" val="903286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6">
            <a:extLst>
              <a:ext uri="{FF2B5EF4-FFF2-40B4-BE49-F238E27FC236}">
                <a16:creationId xmlns:a16="http://schemas.microsoft.com/office/drawing/2014/main" id="{E4FADAD1-6D5A-4C58-9D76-1A7D92A0545C}"/>
              </a:ext>
            </a:extLst>
          </p:cNvPr>
          <p:cNvPicPr>
            <a:picLocks noChangeAspect="1" noChangeArrowheads="1"/>
          </p:cNvPicPr>
          <p:nvPr/>
        </p:nvPicPr>
        <p:blipFill>
          <a:blip r:embed="rId14">
            <a:lum bright="70000" contrast="-70000"/>
            <a:extLst>
              <a:ext uri="{28A0092B-C50C-407E-A947-70E740481C1C}">
                <a14:useLocalDpi xmlns:a14="http://schemas.microsoft.com/office/drawing/2010/main" val="0"/>
              </a:ext>
            </a:extLst>
          </a:blip>
          <a:srcRect/>
          <a:stretch>
            <a:fillRect/>
          </a:stretch>
        </p:blipFill>
        <p:spPr bwMode="auto">
          <a:xfrm>
            <a:off x="0" y="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39E6ED5-6E0C-4C24-B07D-745ED031F3A7}"/>
              </a:ext>
            </a:extLst>
          </p:cNvPr>
          <p:cNvSpPr>
            <a:spLocks noGrp="1" noChangeArrowheads="1"/>
          </p:cNvSpPr>
          <p:nvPr>
            <p:ph type="body" idx="1"/>
          </p:nvPr>
        </p:nvSpPr>
        <p:spPr bwMode="auto">
          <a:xfrm>
            <a:off x="533400" y="1524000"/>
            <a:ext cx="807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1029" name="Rectangle 5">
            <a:extLst>
              <a:ext uri="{FF2B5EF4-FFF2-40B4-BE49-F238E27FC236}">
                <a16:creationId xmlns:a16="http://schemas.microsoft.com/office/drawing/2014/main" id="{954E24FA-3895-452E-BFA3-68F2ABB7D942}"/>
              </a:ext>
            </a:extLst>
          </p:cNvPr>
          <p:cNvSpPr>
            <a:spLocks noGrp="1" noChangeArrowheads="1"/>
          </p:cNvSpPr>
          <p:nvPr>
            <p:ph type="ftr" sz="quarter" idx="3"/>
          </p:nvPr>
        </p:nvSpPr>
        <p:spPr bwMode="auto">
          <a:xfrm>
            <a:off x="533400" y="6324600"/>
            <a:ext cx="586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chemeClr val="tx1"/>
                </a:solidFill>
                <a:latin typeface="Arial" charset="0"/>
                <a:ea typeface="ＭＳ Ｐゴシック" charset="-128"/>
              </a:defRPr>
            </a:lvl1pPr>
          </a:lstStyle>
          <a:p>
            <a:pPr>
              <a:defRPr/>
            </a:pPr>
            <a:r>
              <a:rPr lang="en-US"/>
              <a:t>An Introduction to Programming with C++, Seventh Edition</a:t>
            </a:r>
          </a:p>
        </p:txBody>
      </p:sp>
      <p:sp>
        <p:nvSpPr>
          <p:cNvPr id="1030" name="Rectangle 6">
            <a:extLst>
              <a:ext uri="{FF2B5EF4-FFF2-40B4-BE49-F238E27FC236}">
                <a16:creationId xmlns:a16="http://schemas.microsoft.com/office/drawing/2014/main" id="{74097641-62CE-47DA-AE36-42E47728025C}"/>
              </a:ext>
            </a:extLst>
          </p:cNvPr>
          <p:cNvSpPr>
            <a:spLocks noGrp="1" noChangeArrowheads="1"/>
          </p:cNvSpPr>
          <p:nvPr>
            <p:ph type="sldNum" sz="quarter" idx="4"/>
          </p:nvPr>
        </p:nvSpPr>
        <p:spPr bwMode="auto">
          <a:xfrm>
            <a:off x="6553200" y="6324600"/>
            <a:ext cx="205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tx1"/>
                </a:solidFill>
                <a:latin typeface="Arial" panose="020B0604020202020204" pitchFamily="34" charset="0"/>
              </a:defRPr>
            </a:lvl1pPr>
          </a:lstStyle>
          <a:p>
            <a:pPr>
              <a:defRPr/>
            </a:pPr>
            <a:fld id="{8D878831-62DF-44AC-9FD1-5A5C9DB41B64}" type="slidenum">
              <a:rPr lang="en-US" altLang="en-US"/>
              <a:pPr>
                <a:defRPr/>
              </a:pPr>
              <a:t>‹#›</a:t>
            </a:fld>
            <a:endParaRPr lang="en-US" altLang="en-US"/>
          </a:p>
        </p:txBody>
      </p:sp>
      <p:sp>
        <p:nvSpPr>
          <p:cNvPr id="2" name="Title Placeholder 7">
            <a:extLst>
              <a:ext uri="{FF2B5EF4-FFF2-40B4-BE49-F238E27FC236}">
                <a16:creationId xmlns:a16="http://schemas.microsoft.com/office/drawing/2014/main" id="{10AB037F-9F59-4FE0-AB03-D89BBADBEB5A}"/>
              </a:ext>
            </a:extLst>
          </p:cNvPr>
          <p:cNvSpPr>
            <a:spLocks noGrp="1"/>
          </p:cNvSpPr>
          <p:nvPr>
            <p:ph type="title"/>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TextBox 2">
            <a:extLst>
              <a:ext uri="{FF2B5EF4-FFF2-40B4-BE49-F238E27FC236}">
                <a16:creationId xmlns:a16="http://schemas.microsoft.com/office/drawing/2014/main" id="{673D0733-2BEA-4BDA-AFFD-FC8158C34EBA}"/>
              </a:ext>
            </a:extLst>
          </p:cNvPr>
          <p:cNvSpPr txBox="1">
            <a:spLocks noChangeArrowheads="1"/>
          </p:cNvSpPr>
          <p:nvPr userDrawn="1"/>
        </p:nvSpPr>
        <p:spPr bwMode="auto">
          <a:xfrm>
            <a:off x="5410200" y="6248400"/>
            <a:ext cx="28194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r>
              <a:rPr lang="en-US" altLang="en-US" sz="800">
                <a:solidFill>
                  <a:schemeClr val="tx1"/>
                </a:solidFill>
              </a:rPr>
              <a:t>© 2016 Cengage Learning®. May not be scanned, copied or duplicated, or posted to a publicly accessible website, in whole or in part.</a:t>
            </a:r>
          </a:p>
          <a:p>
            <a:endParaRPr lang="en-US" altLang="en-US"/>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16"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Lst>
  <p:hf hdr="0" dt="0"/>
  <p:txStyles>
    <p:titleStyle>
      <a:lvl1pPr algn="ctr" rtl="0" eaLnBrk="0" fontAlgn="base" hangingPunct="0">
        <a:spcBef>
          <a:spcPct val="0"/>
        </a:spcBef>
        <a:spcAft>
          <a:spcPct val="0"/>
        </a:spcAft>
        <a:defRPr sz="36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3600">
          <a:solidFill>
            <a:schemeClr val="tx1"/>
          </a:solidFill>
          <a:latin typeface="Trebuchet MS" pitchFamily="34" charset="0"/>
          <a:ea typeface="ＭＳ Ｐゴシック" charset="-128"/>
          <a:cs typeface="ＭＳ Ｐゴシック" charset="-128"/>
        </a:defRPr>
      </a:lvl2pPr>
      <a:lvl3pPr algn="ctr" rtl="0" eaLnBrk="0" fontAlgn="base" hangingPunct="0">
        <a:spcBef>
          <a:spcPct val="0"/>
        </a:spcBef>
        <a:spcAft>
          <a:spcPct val="0"/>
        </a:spcAft>
        <a:defRPr sz="3600">
          <a:solidFill>
            <a:schemeClr val="tx1"/>
          </a:solidFill>
          <a:latin typeface="Trebuchet MS" pitchFamily="34" charset="0"/>
          <a:ea typeface="ＭＳ Ｐゴシック" charset="-128"/>
          <a:cs typeface="ＭＳ Ｐゴシック" charset="-128"/>
        </a:defRPr>
      </a:lvl3pPr>
      <a:lvl4pPr algn="ctr" rtl="0" eaLnBrk="0" fontAlgn="base" hangingPunct="0">
        <a:spcBef>
          <a:spcPct val="0"/>
        </a:spcBef>
        <a:spcAft>
          <a:spcPct val="0"/>
        </a:spcAft>
        <a:defRPr sz="3600">
          <a:solidFill>
            <a:schemeClr val="tx1"/>
          </a:solidFill>
          <a:latin typeface="Trebuchet MS" pitchFamily="34" charset="0"/>
          <a:ea typeface="ＭＳ Ｐゴシック" charset="-128"/>
          <a:cs typeface="ＭＳ Ｐゴシック" charset="-128"/>
        </a:defRPr>
      </a:lvl4pPr>
      <a:lvl5pPr algn="ctr" rtl="0" eaLnBrk="0" fontAlgn="base" hangingPunct="0">
        <a:spcBef>
          <a:spcPct val="0"/>
        </a:spcBef>
        <a:spcAft>
          <a:spcPct val="0"/>
        </a:spcAft>
        <a:defRPr sz="3600">
          <a:solidFill>
            <a:schemeClr val="tx1"/>
          </a:solidFill>
          <a:latin typeface="Trebuchet MS" pitchFamily="34" charset="0"/>
          <a:ea typeface="ＭＳ Ｐゴシック" charset="-128"/>
          <a:cs typeface="ＭＳ Ｐゴシック" charset="-128"/>
        </a:defRPr>
      </a:lvl5pPr>
      <a:lvl6pPr marL="457200" algn="ctr" rtl="0" eaLnBrk="1" fontAlgn="base" hangingPunct="1">
        <a:spcBef>
          <a:spcPct val="0"/>
        </a:spcBef>
        <a:spcAft>
          <a:spcPct val="0"/>
        </a:spcAft>
        <a:defRPr sz="3600">
          <a:solidFill>
            <a:srgbClr val="222222"/>
          </a:solidFill>
          <a:latin typeface="Arial" charset="0"/>
        </a:defRPr>
      </a:lvl6pPr>
      <a:lvl7pPr marL="914400" algn="ctr" rtl="0" eaLnBrk="1" fontAlgn="base" hangingPunct="1">
        <a:spcBef>
          <a:spcPct val="0"/>
        </a:spcBef>
        <a:spcAft>
          <a:spcPct val="0"/>
        </a:spcAft>
        <a:defRPr sz="3600">
          <a:solidFill>
            <a:srgbClr val="222222"/>
          </a:solidFill>
          <a:latin typeface="Arial" charset="0"/>
        </a:defRPr>
      </a:lvl7pPr>
      <a:lvl8pPr marL="1371600" algn="ctr" rtl="0" eaLnBrk="1" fontAlgn="base" hangingPunct="1">
        <a:spcBef>
          <a:spcPct val="0"/>
        </a:spcBef>
        <a:spcAft>
          <a:spcPct val="0"/>
        </a:spcAft>
        <a:defRPr sz="3600">
          <a:solidFill>
            <a:srgbClr val="222222"/>
          </a:solidFill>
          <a:latin typeface="Arial" charset="0"/>
        </a:defRPr>
      </a:lvl8pPr>
      <a:lvl9pPr marL="1828800" algn="ctr" rtl="0" eaLnBrk="1" fontAlgn="base" hangingPunct="1">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400">
          <a:solidFill>
            <a:srgbClr val="222222"/>
          </a:solidFill>
          <a:latin typeface="+mn-lt"/>
          <a:ea typeface="ＭＳ Ｐゴシック" charset="-128"/>
        </a:defRPr>
      </a:lvl2pPr>
      <a:lvl3pPr marL="1143000" indent="-228600" algn="l" rtl="0" eaLnBrk="0" fontAlgn="base" hangingPunct="0">
        <a:spcBef>
          <a:spcPct val="20000"/>
        </a:spcBef>
        <a:spcAft>
          <a:spcPct val="0"/>
        </a:spcAft>
        <a:buChar char="•"/>
        <a:defRPr sz="2200">
          <a:solidFill>
            <a:srgbClr val="222222"/>
          </a:solidFill>
          <a:latin typeface="+mn-lt"/>
          <a:ea typeface="ＭＳ Ｐゴシック" charset="-128"/>
        </a:defRPr>
      </a:lvl3pPr>
      <a:lvl4pPr marL="1600200" indent="-228600" algn="l" rtl="0" eaLnBrk="0" fontAlgn="base" hangingPunct="0">
        <a:spcBef>
          <a:spcPct val="20000"/>
        </a:spcBef>
        <a:spcAft>
          <a:spcPct val="0"/>
        </a:spcAft>
        <a:buChar char="–"/>
        <a:defRPr sz="2200">
          <a:solidFill>
            <a:srgbClr val="222222"/>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EE0-B357-479F-A3EC-D2B335C751B1}"/>
              </a:ext>
            </a:extLst>
          </p:cNvPr>
          <p:cNvSpPr>
            <a:spLocks noGrp="1"/>
          </p:cNvSpPr>
          <p:nvPr>
            <p:ph type="title"/>
          </p:nvPr>
        </p:nvSpPr>
        <p:spPr/>
        <p:txBody>
          <a:bodyPr/>
          <a:lstStyle/>
          <a:p>
            <a:r>
              <a:rPr lang="en-US" dirty="0"/>
              <a:t>Chapter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A870A215-6DBB-4EAD-9C22-16273BA0C626}"/>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Explain the problem-solving process used to create a computer program</a:t>
            </a:r>
          </a:p>
          <a:p>
            <a:pPr eaLnBrk="1" hangingPunct="1"/>
            <a:r>
              <a:rPr lang="en-US" altLang="en-US">
                <a:ea typeface="ＭＳ Ｐゴシック" panose="020B0600070205080204" pitchFamily="34" charset="-128"/>
              </a:rPr>
              <a:t>Analyze a problem</a:t>
            </a:r>
          </a:p>
          <a:p>
            <a:pPr eaLnBrk="1" hangingPunct="1"/>
            <a:r>
              <a:rPr lang="en-US" altLang="en-US">
                <a:ea typeface="ＭＳ Ｐゴシック" panose="020B0600070205080204" pitchFamily="34" charset="-128"/>
              </a:rPr>
              <a:t>Complete an IPO chart</a:t>
            </a:r>
          </a:p>
          <a:p>
            <a:pPr eaLnBrk="1" hangingPunct="1"/>
            <a:r>
              <a:rPr lang="en-US" altLang="en-US">
                <a:ea typeface="ＭＳ Ｐゴシック" panose="020B0600070205080204" pitchFamily="34" charset="-128"/>
              </a:rPr>
              <a:t>Plan an algorithm using pseudocode and flowcharts</a:t>
            </a:r>
          </a:p>
          <a:p>
            <a:pPr eaLnBrk="1" hangingPunct="1"/>
            <a:r>
              <a:rPr lang="en-US" altLang="en-US">
                <a:ea typeface="ＭＳ Ｐゴシック" panose="020B0600070205080204" pitchFamily="34" charset="-128"/>
              </a:rPr>
              <a:t>Desk-check an algorithm</a:t>
            </a:r>
          </a:p>
        </p:txBody>
      </p:sp>
      <p:sp>
        <p:nvSpPr>
          <p:cNvPr id="8195" name="Rectangle 2">
            <a:extLst>
              <a:ext uri="{FF2B5EF4-FFF2-40B4-BE49-F238E27FC236}">
                <a16:creationId xmlns:a16="http://schemas.microsoft.com/office/drawing/2014/main" id="{DD34AA1D-C6B5-4B66-AB43-DF5E3C13B78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Chapter Objectives</a:t>
            </a:r>
          </a:p>
        </p:txBody>
      </p:sp>
      <p:sp>
        <p:nvSpPr>
          <p:cNvPr id="8196" name="Slide Number Placeholder 4">
            <a:extLst>
              <a:ext uri="{FF2B5EF4-FFF2-40B4-BE49-F238E27FC236}">
                <a16:creationId xmlns:a16="http://schemas.microsoft.com/office/drawing/2014/main" id="{9BA1F921-6F93-438D-B409-D407B3183C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118FAC13-04B2-44B0-B0D0-157942A2C2E0}" type="slidenum">
              <a:rPr lang="en-US" altLang="en-US" sz="1400" smtClean="0">
                <a:solidFill>
                  <a:schemeClr val="tx1"/>
                </a:solidFill>
                <a:latin typeface="Arial" panose="020B0604020202020204" pitchFamily="34" charset="0"/>
              </a:rPr>
              <a:pPr>
                <a:spcBef>
                  <a:spcPct val="0"/>
                </a:spcBef>
                <a:buFontTx/>
                <a:buNone/>
              </a:pPr>
              <a:t>2</a:t>
            </a:fld>
            <a:endParaRPr lang="en-US" altLang="en-US" sz="1400">
              <a:solidFill>
                <a:schemeClr val="tx1"/>
              </a:solidFill>
              <a:latin typeface="Arial" panose="020B0604020202020204" pitchFamily="34" charset="0"/>
            </a:endParaRPr>
          </a:p>
        </p:txBody>
      </p:sp>
      <p:sp>
        <p:nvSpPr>
          <p:cNvPr id="8197" name="Footer Placeholder 5">
            <a:extLst>
              <a:ext uri="{FF2B5EF4-FFF2-40B4-BE49-F238E27FC236}">
                <a16:creationId xmlns:a16="http://schemas.microsoft.com/office/drawing/2014/main" id="{9DD8B4D6-E730-4626-8490-0F93F065655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7BFB7F32-3700-46B1-A11E-3743180FF21F}"/>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People solve hundreds of simple problems every day without thinking about how they do it</a:t>
            </a:r>
          </a:p>
          <a:p>
            <a:pPr eaLnBrk="1" hangingPunct="1"/>
            <a:r>
              <a:rPr lang="en-US" altLang="en-US">
                <a:ea typeface="ＭＳ Ｐゴシック" panose="020B0600070205080204" pitchFamily="34" charset="-128"/>
              </a:rPr>
              <a:t>Understanding the thought process involved can help in solving more complex problems</a:t>
            </a:r>
          </a:p>
          <a:p>
            <a:pPr eaLnBrk="1" hangingPunct="1"/>
            <a:r>
              <a:rPr lang="en-US" altLang="en-US">
                <a:ea typeface="ＭＳ Ｐゴシック" panose="020B0600070205080204" pitchFamily="34" charset="-128"/>
              </a:rPr>
              <a:t>You can also use a similar process to design a computer solution to a problem (computer program)</a:t>
            </a:r>
          </a:p>
        </p:txBody>
      </p:sp>
      <p:sp>
        <p:nvSpPr>
          <p:cNvPr id="10243" name="Rectangle 2">
            <a:extLst>
              <a:ext uri="{FF2B5EF4-FFF2-40B4-BE49-F238E27FC236}">
                <a16:creationId xmlns:a16="http://schemas.microsoft.com/office/drawing/2014/main" id="{D348309D-8B32-4D71-9D57-0840E1BA228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Problem Solving</a:t>
            </a:r>
          </a:p>
        </p:txBody>
      </p:sp>
      <p:sp>
        <p:nvSpPr>
          <p:cNvPr id="10244" name="Slide Number Placeholder 4">
            <a:extLst>
              <a:ext uri="{FF2B5EF4-FFF2-40B4-BE49-F238E27FC236}">
                <a16:creationId xmlns:a16="http://schemas.microsoft.com/office/drawing/2014/main" id="{E8AC2B16-932A-4AE3-A020-36B16703C5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8057253-EF31-4BE0-B411-00A0F9521149}" type="slidenum">
              <a:rPr lang="en-US" altLang="en-US" sz="1400" smtClean="0">
                <a:solidFill>
                  <a:schemeClr val="tx1"/>
                </a:solidFill>
                <a:latin typeface="Arial" panose="020B0604020202020204" pitchFamily="34" charset="0"/>
              </a:rPr>
              <a:pPr>
                <a:spcBef>
                  <a:spcPct val="0"/>
                </a:spcBef>
                <a:buFontTx/>
                <a:buNone/>
              </a:pPr>
              <a:t>3</a:t>
            </a:fld>
            <a:endParaRPr lang="en-US" altLang="en-US" sz="1400">
              <a:solidFill>
                <a:schemeClr val="tx1"/>
              </a:solidFill>
              <a:latin typeface="Arial" panose="020B0604020202020204" pitchFamily="34" charset="0"/>
            </a:endParaRPr>
          </a:p>
        </p:txBody>
      </p:sp>
      <p:sp>
        <p:nvSpPr>
          <p:cNvPr id="10245" name="Footer Placeholder 5">
            <a:extLst>
              <a:ext uri="{FF2B5EF4-FFF2-40B4-BE49-F238E27FC236}">
                <a16:creationId xmlns:a16="http://schemas.microsoft.com/office/drawing/2014/main" id="{860C485C-D9FB-4C52-8728-778C0513F3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D17E4A26-849F-4FD4-9950-17E99C6E475A}"/>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First step in solving a problem: analyze it</a:t>
            </a:r>
          </a:p>
          <a:p>
            <a:pPr lvl="1" eaLnBrk="1" hangingPunct="1"/>
            <a:r>
              <a:rPr lang="en-US" altLang="en-US">
                <a:ea typeface="ＭＳ Ｐゴシック" panose="020B0600070205080204" pitchFamily="34" charset="-128"/>
              </a:rPr>
              <a:t>Example: paying and mailing a bill</a:t>
            </a:r>
          </a:p>
          <a:p>
            <a:pPr eaLnBrk="1" hangingPunct="1"/>
            <a:r>
              <a:rPr lang="en-US" altLang="en-US">
                <a:ea typeface="ＭＳ Ｐゴシック" panose="020B0600070205080204" pitchFamily="34" charset="-128"/>
              </a:rPr>
              <a:t>Next, you plan, review, implement, and evaluate the solution</a:t>
            </a:r>
          </a:p>
          <a:p>
            <a:pPr eaLnBrk="1" hangingPunct="1"/>
            <a:r>
              <a:rPr lang="en-US" altLang="en-US">
                <a:ea typeface="ＭＳ Ｐゴシック" panose="020B0600070205080204" pitchFamily="34" charset="-128"/>
              </a:rPr>
              <a:t>After this, it may be necessary to modify the solution</a:t>
            </a:r>
          </a:p>
        </p:txBody>
      </p:sp>
      <p:sp>
        <p:nvSpPr>
          <p:cNvPr id="12291" name="Rectangle 2">
            <a:extLst>
              <a:ext uri="{FF2B5EF4-FFF2-40B4-BE49-F238E27FC236}">
                <a16:creationId xmlns:a16="http://schemas.microsoft.com/office/drawing/2014/main" id="{1A36E962-EA00-41D4-A8C0-E7E3AF63B79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Solving Everyday Problems</a:t>
            </a:r>
          </a:p>
        </p:txBody>
      </p:sp>
      <p:sp>
        <p:nvSpPr>
          <p:cNvPr id="12292" name="Slide Number Placeholder 4">
            <a:extLst>
              <a:ext uri="{FF2B5EF4-FFF2-40B4-BE49-F238E27FC236}">
                <a16:creationId xmlns:a16="http://schemas.microsoft.com/office/drawing/2014/main" id="{E09F50E8-1D6B-49D8-BAAE-17FEB9C4CA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B57F384-D37E-4A21-8A0F-004489283312}" type="slidenum">
              <a:rPr lang="en-US" altLang="en-US" sz="1400" smtClean="0">
                <a:solidFill>
                  <a:schemeClr val="tx1"/>
                </a:solidFill>
                <a:latin typeface="Arial" panose="020B0604020202020204" pitchFamily="34" charset="0"/>
              </a:rPr>
              <a:pPr>
                <a:spcBef>
                  <a:spcPct val="0"/>
                </a:spcBef>
                <a:buFontTx/>
                <a:buNone/>
              </a:pPr>
              <a:t>4</a:t>
            </a:fld>
            <a:endParaRPr lang="en-US" altLang="en-US" sz="1400">
              <a:solidFill>
                <a:schemeClr val="tx1"/>
              </a:solidFill>
              <a:latin typeface="Arial" panose="020B0604020202020204" pitchFamily="34" charset="0"/>
            </a:endParaRPr>
          </a:p>
        </p:txBody>
      </p:sp>
      <p:sp>
        <p:nvSpPr>
          <p:cNvPr id="12293" name="Footer Placeholder 5">
            <a:extLst>
              <a:ext uri="{FF2B5EF4-FFF2-40B4-BE49-F238E27FC236}">
                <a16:creationId xmlns:a16="http://schemas.microsoft.com/office/drawing/2014/main" id="{6BCA4E59-AE8C-43C5-AA6F-DFA6C4F99E4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6544D52-252D-4687-941C-5EF0FC2BA564}"/>
              </a:ext>
            </a:extLst>
          </p:cNvPr>
          <p:cNvSpPr>
            <a:spLocks noGrp="1"/>
          </p:cNvSpPr>
          <p:nvPr>
            <p:ph type="title"/>
          </p:nvPr>
        </p:nvSpPr>
        <p:spPr/>
        <p:txBody>
          <a:bodyPr/>
          <a:lstStyle/>
          <a:p>
            <a:pPr eaLnBrk="1" hangingPunct="1"/>
            <a:r>
              <a:rPr lang="en-US" altLang="en-US">
                <a:ea typeface="ＭＳ Ｐゴシック" panose="020B0600070205080204" pitchFamily="34" charset="-128"/>
              </a:rPr>
              <a:t>Solving Everyday Problems (cont’d.)</a:t>
            </a:r>
          </a:p>
        </p:txBody>
      </p:sp>
      <p:pic>
        <p:nvPicPr>
          <p:cNvPr id="14339" name="Picture 9">
            <a:extLst>
              <a:ext uri="{FF2B5EF4-FFF2-40B4-BE49-F238E27FC236}">
                <a16:creationId xmlns:a16="http://schemas.microsoft.com/office/drawing/2014/main" id="{9699A62D-6D0E-4A49-8AC7-C41EEA5D5D9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47800"/>
            <a:ext cx="6965950"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7">
            <a:extLst>
              <a:ext uri="{FF2B5EF4-FFF2-40B4-BE49-F238E27FC236}">
                <a16:creationId xmlns:a16="http://schemas.microsoft.com/office/drawing/2014/main" id="{BC261FC3-E7E5-41DE-BA35-331B6E6A36E6}"/>
              </a:ext>
            </a:extLst>
          </p:cNvPr>
          <p:cNvSpPr>
            <a:spLocks noChangeArrowheads="1"/>
          </p:cNvSpPr>
          <p:nvPr/>
        </p:nvSpPr>
        <p:spPr bwMode="auto">
          <a:xfrm>
            <a:off x="1447800" y="5638800"/>
            <a:ext cx="624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Figure 2-1 Summary of the analysis and planning steps for the bill paying problem</a:t>
            </a:r>
          </a:p>
        </p:txBody>
      </p:sp>
      <p:sp>
        <p:nvSpPr>
          <p:cNvPr id="14341" name="Slide Number Placeholder 5">
            <a:extLst>
              <a:ext uri="{FF2B5EF4-FFF2-40B4-BE49-F238E27FC236}">
                <a16:creationId xmlns:a16="http://schemas.microsoft.com/office/drawing/2014/main" id="{1B338C4A-66DC-4685-83A8-5390766FE9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C57AE994-1DDE-4F84-86AA-64CC4376CDBA}" type="slidenum">
              <a:rPr lang="en-US" altLang="en-US" sz="1400" smtClean="0">
                <a:solidFill>
                  <a:schemeClr val="tx1"/>
                </a:solidFill>
                <a:latin typeface="Arial" panose="020B0604020202020204" pitchFamily="34" charset="0"/>
              </a:rPr>
              <a:pPr>
                <a:spcBef>
                  <a:spcPct val="0"/>
                </a:spcBef>
                <a:buFontTx/>
                <a:buNone/>
              </a:pPr>
              <a:t>5</a:t>
            </a:fld>
            <a:endParaRPr lang="en-US" altLang="en-US" sz="1400">
              <a:solidFill>
                <a:schemeClr val="tx1"/>
              </a:solidFill>
              <a:latin typeface="Arial" panose="020B0604020202020204" pitchFamily="34" charset="0"/>
            </a:endParaRPr>
          </a:p>
        </p:txBody>
      </p:sp>
      <p:sp>
        <p:nvSpPr>
          <p:cNvPr id="14342" name="Footer Placeholder 6">
            <a:extLst>
              <a:ext uri="{FF2B5EF4-FFF2-40B4-BE49-F238E27FC236}">
                <a16:creationId xmlns:a16="http://schemas.microsoft.com/office/drawing/2014/main" id="{33E1AF06-12D8-47AF-8B49-B724800BA0D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2B8586C-9350-4EC8-8470-B8ED25F61A9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Solving Everyday Problems (cont’d.)</a:t>
            </a:r>
          </a:p>
        </p:txBody>
      </p:sp>
      <p:pic>
        <p:nvPicPr>
          <p:cNvPr id="16387" name="Picture 5">
            <a:extLst>
              <a:ext uri="{FF2B5EF4-FFF2-40B4-BE49-F238E27FC236}">
                <a16:creationId xmlns:a16="http://schemas.microsoft.com/office/drawing/2014/main" id="{ED156888-4D96-4055-8C80-085D9A5A14B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8500" y="1524000"/>
            <a:ext cx="7759700"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6">
            <a:extLst>
              <a:ext uri="{FF2B5EF4-FFF2-40B4-BE49-F238E27FC236}">
                <a16:creationId xmlns:a16="http://schemas.microsoft.com/office/drawing/2014/main" id="{A48F55D1-B838-493D-812E-F434FECC6700}"/>
              </a:ext>
            </a:extLst>
          </p:cNvPr>
          <p:cNvSpPr txBox="1">
            <a:spLocks noChangeArrowheads="1"/>
          </p:cNvSpPr>
          <p:nvPr/>
        </p:nvSpPr>
        <p:spPr bwMode="auto">
          <a:xfrm>
            <a:off x="1752600" y="5867400"/>
            <a:ext cx="5894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 Modified algorithm for the bill paying problem</a:t>
            </a:r>
          </a:p>
        </p:txBody>
      </p:sp>
      <p:sp>
        <p:nvSpPr>
          <p:cNvPr id="16389" name="Slide Number Placeholder 5">
            <a:extLst>
              <a:ext uri="{FF2B5EF4-FFF2-40B4-BE49-F238E27FC236}">
                <a16:creationId xmlns:a16="http://schemas.microsoft.com/office/drawing/2014/main" id="{6136E1DC-216E-4E3A-A1C6-F648FFF61BC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B43DF68-A155-48FD-AA44-12FF7A138123}" type="slidenum">
              <a:rPr lang="en-US" altLang="en-US" sz="1400" smtClean="0">
                <a:solidFill>
                  <a:schemeClr val="tx1"/>
                </a:solidFill>
                <a:latin typeface="Arial" panose="020B0604020202020204" pitchFamily="34" charset="0"/>
              </a:rPr>
              <a:pPr>
                <a:spcBef>
                  <a:spcPct val="0"/>
                </a:spcBef>
                <a:buFontTx/>
                <a:buNone/>
              </a:pPr>
              <a:t>6</a:t>
            </a:fld>
            <a:endParaRPr lang="en-US" altLang="en-US" sz="1400">
              <a:solidFill>
                <a:schemeClr val="tx1"/>
              </a:solidFill>
              <a:latin typeface="Arial" panose="020B0604020202020204" pitchFamily="34" charset="0"/>
            </a:endParaRPr>
          </a:p>
        </p:txBody>
      </p:sp>
      <p:sp>
        <p:nvSpPr>
          <p:cNvPr id="16390" name="Footer Placeholder 6">
            <a:extLst>
              <a:ext uri="{FF2B5EF4-FFF2-40B4-BE49-F238E27FC236}">
                <a16:creationId xmlns:a16="http://schemas.microsoft.com/office/drawing/2014/main" id="{DF7C6750-BFF8-4FAA-AE74-D58765FAA1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89BD2472-6A87-40CD-973D-F30FA973E86D}"/>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A similar process to everyday problem solving is used to create computer programs</a:t>
            </a:r>
          </a:p>
          <a:p>
            <a:pPr eaLnBrk="1" hangingPunct="1"/>
            <a:r>
              <a:rPr lang="en-US" altLang="en-US">
                <a:ea typeface="ＭＳ Ｐゴシック" panose="020B0600070205080204" pitchFamily="34" charset="-128"/>
              </a:rPr>
              <a:t>A computer program is a solution implemented on a computer</a:t>
            </a:r>
          </a:p>
          <a:p>
            <a:pPr eaLnBrk="1" hangingPunct="1"/>
            <a:r>
              <a:rPr lang="en-US" altLang="en-US">
                <a:ea typeface="ＭＳ Ｐゴシック" panose="020B0600070205080204" pitchFamily="34" charset="-128"/>
              </a:rPr>
              <a:t>There are six steps to creating a computer solution to a problem</a:t>
            </a:r>
          </a:p>
        </p:txBody>
      </p:sp>
      <p:sp>
        <p:nvSpPr>
          <p:cNvPr id="9218" name="Rectangle 2">
            <a:extLst>
              <a:ext uri="{FF2B5EF4-FFF2-40B4-BE49-F238E27FC236}">
                <a16:creationId xmlns:a16="http://schemas.microsoft.com/office/drawing/2014/main" id="{B2C0334D-CB78-439F-99F1-17ADA37D32AC}"/>
              </a:ext>
            </a:extLst>
          </p:cNvPr>
          <p:cNvSpPr>
            <a:spLocks noGrp="1" noChangeArrowheads="1"/>
          </p:cNvSpPr>
          <p:nvPr>
            <p:ph type="title"/>
          </p:nvPr>
        </p:nvSpPr>
        <p:spPr/>
        <p:txBody>
          <a:bodyPr rtlCol="0">
            <a:normAutofit fontScale="90000"/>
          </a:bodyPr>
          <a:lstStyle/>
          <a:p>
            <a:pPr eaLnBrk="1" hangingPunct="1">
              <a:defRPr/>
            </a:pPr>
            <a:r>
              <a:rPr lang="en-US"/>
              <a:t>Creating Computer Solutions to Problems</a:t>
            </a:r>
          </a:p>
        </p:txBody>
      </p:sp>
      <p:sp>
        <p:nvSpPr>
          <p:cNvPr id="18436" name="Slide Number Placeholder 4">
            <a:extLst>
              <a:ext uri="{FF2B5EF4-FFF2-40B4-BE49-F238E27FC236}">
                <a16:creationId xmlns:a16="http://schemas.microsoft.com/office/drawing/2014/main" id="{BE3FD759-F6D7-4F85-B6E4-EFF7D18CA1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CAD2F283-AEF5-454E-8A84-39717BC7F64A}" type="slidenum">
              <a:rPr lang="en-US" altLang="en-US" sz="1400" smtClean="0">
                <a:solidFill>
                  <a:schemeClr val="tx1"/>
                </a:solidFill>
                <a:latin typeface="Arial" panose="020B0604020202020204" pitchFamily="34" charset="0"/>
              </a:rPr>
              <a:pPr>
                <a:spcBef>
                  <a:spcPct val="0"/>
                </a:spcBef>
                <a:buFontTx/>
                <a:buNone/>
              </a:pPr>
              <a:t>7</a:t>
            </a:fld>
            <a:endParaRPr lang="en-US" altLang="en-US" sz="1400">
              <a:solidFill>
                <a:schemeClr val="tx1"/>
              </a:solidFill>
              <a:latin typeface="Arial" panose="020B0604020202020204" pitchFamily="34" charset="0"/>
            </a:endParaRPr>
          </a:p>
        </p:txBody>
      </p:sp>
      <p:sp>
        <p:nvSpPr>
          <p:cNvPr id="18437" name="Footer Placeholder 5">
            <a:extLst>
              <a:ext uri="{FF2B5EF4-FFF2-40B4-BE49-F238E27FC236}">
                <a16:creationId xmlns:a16="http://schemas.microsoft.com/office/drawing/2014/main" id="{17117294-44D7-4933-9285-D5C1ED41F2A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BE4A6BE0-2DBF-4CE8-9F39-43C2E179F61C}"/>
              </a:ext>
            </a:extLst>
          </p:cNvPr>
          <p:cNvSpPr>
            <a:spLocks noGrp="1"/>
          </p:cNvSpPr>
          <p:nvPr>
            <p:ph type="title"/>
          </p:nvPr>
        </p:nvSpPr>
        <p:spPr/>
        <p:txBody>
          <a:bodyPr rtlCol="0">
            <a:normAutofit fontScale="90000"/>
          </a:bodyPr>
          <a:lstStyle/>
          <a:p>
            <a:pPr eaLnBrk="1" hangingPunct="1">
              <a:defRPr/>
            </a:pPr>
            <a:r>
              <a:rPr lang="en-US"/>
              <a:t>Creating Computer Solutions to Problems (cont’d.)</a:t>
            </a:r>
          </a:p>
        </p:txBody>
      </p:sp>
      <p:pic>
        <p:nvPicPr>
          <p:cNvPr id="20483" name="Picture 6">
            <a:extLst>
              <a:ext uri="{FF2B5EF4-FFF2-40B4-BE49-F238E27FC236}">
                <a16:creationId xmlns:a16="http://schemas.microsoft.com/office/drawing/2014/main" id="{13A89285-C51C-479C-912C-23B76586DE7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413000"/>
            <a:ext cx="702310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Box 7">
            <a:extLst>
              <a:ext uri="{FF2B5EF4-FFF2-40B4-BE49-F238E27FC236}">
                <a16:creationId xmlns:a16="http://schemas.microsoft.com/office/drawing/2014/main" id="{DC4B2904-02FF-4B67-876E-24AF6F8A4BFE}"/>
              </a:ext>
            </a:extLst>
          </p:cNvPr>
          <p:cNvSpPr txBox="1">
            <a:spLocks noChangeArrowheads="1"/>
          </p:cNvSpPr>
          <p:nvPr/>
        </p:nvSpPr>
        <p:spPr bwMode="auto">
          <a:xfrm>
            <a:off x="1752600" y="5105400"/>
            <a:ext cx="6151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2-3 How to create a computer solution to a problem</a:t>
            </a:r>
          </a:p>
        </p:txBody>
      </p:sp>
      <p:sp>
        <p:nvSpPr>
          <p:cNvPr id="20485" name="Slide Number Placeholder 5">
            <a:extLst>
              <a:ext uri="{FF2B5EF4-FFF2-40B4-BE49-F238E27FC236}">
                <a16:creationId xmlns:a16="http://schemas.microsoft.com/office/drawing/2014/main" id="{0A0BF7C8-516C-4622-BD25-716916DB948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15BFD7B1-C3CD-4279-B3FA-D7769C0FD28B}" type="slidenum">
              <a:rPr lang="en-US" altLang="en-US" sz="1400" smtClean="0">
                <a:solidFill>
                  <a:schemeClr val="tx1"/>
                </a:solidFill>
                <a:latin typeface="Arial" panose="020B0604020202020204" pitchFamily="34" charset="0"/>
              </a:rPr>
              <a:pPr>
                <a:spcBef>
                  <a:spcPct val="0"/>
                </a:spcBef>
                <a:buFontTx/>
                <a:buNone/>
              </a:pPr>
              <a:t>8</a:t>
            </a:fld>
            <a:endParaRPr lang="en-US" altLang="en-US" sz="1400">
              <a:solidFill>
                <a:schemeClr val="tx1"/>
              </a:solidFill>
              <a:latin typeface="Arial" panose="020B0604020202020204" pitchFamily="34" charset="0"/>
            </a:endParaRPr>
          </a:p>
        </p:txBody>
      </p:sp>
      <p:sp>
        <p:nvSpPr>
          <p:cNvPr id="20486" name="Footer Placeholder 6">
            <a:extLst>
              <a:ext uri="{FF2B5EF4-FFF2-40B4-BE49-F238E27FC236}">
                <a16:creationId xmlns:a16="http://schemas.microsoft.com/office/drawing/2014/main" id="{BE8DE25F-3852-4BD1-A32F-68E21722AD9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A31B170A-CA85-4C0F-B90E-B866FC405AAB}"/>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It is essential to understand a problem before creating a solution to it</a:t>
            </a:r>
          </a:p>
          <a:p>
            <a:pPr eaLnBrk="1" hangingPunct="1"/>
            <a:r>
              <a:rPr lang="en-US" altLang="en-US">
                <a:ea typeface="ＭＳ Ｐゴシック" panose="020B0600070205080204" pitchFamily="34" charset="-128"/>
              </a:rPr>
              <a:t>Analyze a problem to:</a:t>
            </a:r>
          </a:p>
          <a:p>
            <a:pPr lvl="1" eaLnBrk="1" hangingPunct="1"/>
            <a:r>
              <a:rPr lang="en-US" altLang="en-US">
                <a:ea typeface="ＭＳ Ｐゴシック" panose="020B0600070205080204" pitchFamily="34" charset="-128"/>
              </a:rPr>
              <a:t>Determine the goal of solving it (</a:t>
            </a:r>
            <a:r>
              <a:rPr lang="en-US" altLang="en-US" b="1">
                <a:ea typeface="ＭＳ Ｐゴシック" panose="020B0600070205080204" pitchFamily="34" charset="-128"/>
              </a:rPr>
              <a:t>Output</a:t>
            </a:r>
            <a:r>
              <a:rPr lang="en-US" altLang="en-US">
                <a:ea typeface="ＭＳ Ｐゴシック" panose="020B0600070205080204" pitchFamily="34" charset="-128"/>
              </a:rPr>
              <a:t>)</a:t>
            </a:r>
          </a:p>
          <a:p>
            <a:pPr lvl="1" eaLnBrk="1" hangingPunct="1"/>
            <a:r>
              <a:rPr lang="en-US" altLang="en-US">
                <a:ea typeface="ＭＳ Ｐゴシック" panose="020B0600070205080204" pitchFamily="34" charset="-128"/>
              </a:rPr>
              <a:t>Determine the items needed to achieve that goal (</a:t>
            </a:r>
            <a:r>
              <a:rPr lang="en-US" altLang="en-US" b="1">
                <a:ea typeface="ＭＳ Ｐゴシック" panose="020B0600070205080204" pitchFamily="34" charset="-128"/>
              </a:rPr>
              <a:t>Input</a:t>
            </a:r>
            <a:r>
              <a:rPr lang="en-US" altLang="en-US">
                <a:ea typeface="ＭＳ Ｐゴシック" panose="020B0600070205080204" pitchFamily="34" charset="-128"/>
              </a:rPr>
              <a:t>)</a:t>
            </a:r>
          </a:p>
          <a:p>
            <a:pPr eaLnBrk="1" hangingPunct="1"/>
            <a:r>
              <a:rPr lang="en-US" altLang="en-US">
                <a:ea typeface="ＭＳ Ｐゴシック" panose="020B0600070205080204" pitchFamily="34" charset="-128"/>
              </a:rPr>
              <a:t>Always search first for the output</a:t>
            </a:r>
          </a:p>
          <a:p>
            <a:pPr eaLnBrk="1" hangingPunct="1"/>
            <a:endParaRPr lang="en-US" altLang="en-US">
              <a:ea typeface="ＭＳ Ｐゴシック" panose="020B0600070205080204" pitchFamily="34" charset="-128"/>
            </a:endParaRPr>
          </a:p>
        </p:txBody>
      </p:sp>
      <p:sp>
        <p:nvSpPr>
          <p:cNvPr id="22531" name="Rectangle 2">
            <a:extLst>
              <a:ext uri="{FF2B5EF4-FFF2-40B4-BE49-F238E27FC236}">
                <a16:creationId xmlns:a16="http://schemas.microsoft.com/office/drawing/2014/main" id="{CFD72A7F-C709-4B4A-93F1-FC9E002957D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Step 1−Analyzing the Problem</a:t>
            </a:r>
          </a:p>
        </p:txBody>
      </p:sp>
      <p:sp>
        <p:nvSpPr>
          <p:cNvPr id="22532" name="Slide Number Placeholder 4">
            <a:extLst>
              <a:ext uri="{FF2B5EF4-FFF2-40B4-BE49-F238E27FC236}">
                <a16:creationId xmlns:a16="http://schemas.microsoft.com/office/drawing/2014/main" id="{C1D65EF5-087E-4EE0-997A-8499E88616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A15AD790-E735-4003-9DE6-84553A06ADD9}" type="slidenum">
              <a:rPr lang="en-US" altLang="en-US" sz="1400" smtClean="0">
                <a:solidFill>
                  <a:schemeClr val="tx1"/>
                </a:solidFill>
                <a:latin typeface="Arial" panose="020B0604020202020204" pitchFamily="34" charset="0"/>
              </a:rPr>
              <a:pPr>
                <a:spcBef>
                  <a:spcPct val="0"/>
                </a:spcBef>
                <a:buFontTx/>
                <a:buNone/>
              </a:pPr>
              <a:t>9</a:t>
            </a:fld>
            <a:endParaRPr lang="en-US" altLang="en-US" sz="1400">
              <a:solidFill>
                <a:schemeClr val="tx1"/>
              </a:solidFill>
              <a:latin typeface="Arial" panose="020B0604020202020204" pitchFamily="34" charset="0"/>
            </a:endParaRPr>
          </a:p>
        </p:txBody>
      </p:sp>
      <p:sp>
        <p:nvSpPr>
          <p:cNvPr id="22533" name="Footer Placeholder 5">
            <a:extLst>
              <a:ext uri="{FF2B5EF4-FFF2-40B4-BE49-F238E27FC236}">
                <a16:creationId xmlns:a16="http://schemas.microsoft.com/office/drawing/2014/main" id="{F4B31105-D9BB-478F-8D84-C8F2C3775CD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8">
            <a:extLst>
              <a:ext uri="{FF2B5EF4-FFF2-40B4-BE49-F238E27FC236}">
                <a16:creationId xmlns:a16="http://schemas.microsoft.com/office/drawing/2014/main" id="{372677D5-02BE-4FE6-9DB2-A95785E7FE85}"/>
              </a:ext>
            </a:extLst>
          </p:cNvPr>
          <p:cNvSpPr>
            <a:spLocks noGrp="1"/>
          </p:cNvSpPr>
          <p:nvPr>
            <p:ph type="title"/>
          </p:nvPr>
        </p:nvSpPr>
        <p:spPr>
          <a:xfrm>
            <a:off x="609600" y="0"/>
            <a:ext cx="8077200" cy="1295400"/>
          </a:xfrm>
        </p:spPr>
        <p:txBody>
          <a:bodyPr rtlCol="0">
            <a:normAutofit fontScale="90000"/>
          </a:bodyPr>
          <a:lstStyle/>
          <a:p>
            <a:pPr eaLnBrk="1" hangingPunct="1">
              <a:defRPr/>
            </a:pPr>
            <a:r>
              <a:rPr lang="en-US" dirty="0"/>
              <a:t>Step 1−Analyzing the Problem (cont’d.)</a:t>
            </a:r>
          </a:p>
        </p:txBody>
      </p:sp>
      <p:sp>
        <p:nvSpPr>
          <p:cNvPr id="24579" name="TextBox 8">
            <a:extLst>
              <a:ext uri="{FF2B5EF4-FFF2-40B4-BE49-F238E27FC236}">
                <a16:creationId xmlns:a16="http://schemas.microsoft.com/office/drawing/2014/main" id="{1BA9592A-BA5A-4412-BB83-5244DB87E6EC}"/>
              </a:ext>
            </a:extLst>
          </p:cNvPr>
          <p:cNvSpPr txBox="1">
            <a:spLocks noChangeArrowheads="1"/>
          </p:cNvSpPr>
          <p:nvPr/>
        </p:nvSpPr>
        <p:spPr bwMode="auto">
          <a:xfrm>
            <a:off x="1676400" y="4114800"/>
            <a:ext cx="5570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2-4 Problem specification for Addison O’Reilly</a:t>
            </a:r>
          </a:p>
        </p:txBody>
      </p:sp>
      <p:sp>
        <p:nvSpPr>
          <p:cNvPr id="24580" name="Slide Number Placeholder 5">
            <a:extLst>
              <a:ext uri="{FF2B5EF4-FFF2-40B4-BE49-F238E27FC236}">
                <a16:creationId xmlns:a16="http://schemas.microsoft.com/office/drawing/2014/main" id="{A79DDE9C-014A-4220-B257-6F3E887ED09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082E18A0-9216-4407-8B5D-FF01281D9F48}" type="slidenum">
              <a:rPr lang="en-US" altLang="en-US" sz="1400" smtClean="0">
                <a:solidFill>
                  <a:schemeClr val="tx1"/>
                </a:solidFill>
                <a:latin typeface="Arial" panose="020B0604020202020204" pitchFamily="34" charset="0"/>
              </a:rPr>
              <a:pPr>
                <a:spcBef>
                  <a:spcPct val="0"/>
                </a:spcBef>
                <a:buFontTx/>
                <a:buNone/>
              </a:pPr>
              <a:t>10</a:t>
            </a:fld>
            <a:endParaRPr lang="en-US" altLang="en-US" sz="1400">
              <a:solidFill>
                <a:schemeClr val="tx1"/>
              </a:solidFill>
              <a:latin typeface="Arial" panose="020B0604020202020204" pitchFamily="34" charset="0"/>
            </a:endParaRPr>
          </a:p>
        </p:txBody>
      </p:sp>
      <p:sp>
        <p:nvSpPr>
          <p:cNvPr id="24581" name="Footer Placeholder 6">
            <a:extLst>
              <a:ext uri="{FF2B5EF4-FFF2-40B4-BE49-F238E27FC236}">
                <a16:creationId xmlns:a16="http://schemas.microsoft.com/office/drawing/2014/main" id="{BECC74DA-886B-4AD2-8445-714EC6BDE24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24582" name="Picture 7">
            <a:extLst>
              <a:ext uri="{FF2B5EF4-FFF2-40B4-BE49-F238E27FC236}">
                <a16:creationId xmlns:a16="http://schemas.microsoft.com/office/drawing/2014/main" id="{F6D921B2-91FB-4DE0-A3DA-9D2D6024DCEA}"/>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54338"/>
            <a:ext cx="815340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C35A07D5-0CB3-49F5-A189-220219050FEB}"/>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Some programmers use an </a:t>
            </a:r>
            <a:r>
              <a:rPr lang="en-US" altLang="en-US" b="1">
                <a:ea typeface="ＭＳ Ｐゴシック" panose="020B0600070205080204" pitchFamily="34" charset="-128"/>
              </a:rPr>
              <a:t>IPO chart </a:t>
            </a:r>
            <a:r>
              <a:rPr lang="en-US" altLang="en-US">
                <a:ea typeface="ＭＳ Ｐゴシック" panose="020B0600070205080204" pitchFamily="34" charset="-128"/>
              </a:rPr>
              <a:t>to organize and summarize the results of a problem analysis</a:t>
            </a:r>
          </a:p>
          <a:p>
            <a:pPr lvl="1" eaLnBrk="1" hangingPunct="1"/>
            <a:r>
              <a:rPr lang="en-US" altLang="en-US" b="1">
                <a:ea typeface="ＭＳ Ｐゴシック" panose="020B0600070205080204" pitchFamily="34" charset="-128"/>
              </a:rPr>
              <a:t>IPO</a:t>
            </a:r>
            <a:r>
              <a:rPr lang="en-US" altLang="en-US">
                <a:ea typeface="ＭＳ Ｐゴシック" panose="020B0600070205080204" pitchFamily="34" charset="-128"/>
              </a:rPr>
              <a:t>:</a:t>
            </a:r>
            <a:r>
              <a:rPr lang="en-US" altLang="en-US" b="1">
                <a:ea typeface="ＭＳ Ｐゴシック" panose="020B0600070205080204" pitchFamily="34" charset="-128"/>
              </a:rPr>
              <a:t> </a:t>
            </a:r>
            <a:r>
              <a:rPr lang="en-US" altLang="en-US">
                <a:ea typeface="ＭＳ Ｐゴシック" panose="020B0600070205080204" pitchFamily="34" charset="-128"/>
              </a:rPr>
              <a:t>Input, processing, and output</a:t>
            </a:r>
          </a:p>
        </p:txBody>
      </p:sp>
      <p:sp>
        <p:nvSpPr>
          <p:cNvPr id="26630" name="Footer Placeholder 7">
            <a:extLst>
              <a:ext uri="{FF2B5EF4-FFF2-40B4-BE49-F238E27FC236}">
                <a16:creationId xmlns:a16="http://schemas.microsoft.com/office/drawing/2014/main" id="{1D2044D2-C78F-4FC6-AAA3-85C60BCFEB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6629" name="Slide Number Placeholder 6">
            <a:extLst>
              <a:ext uri="{FF2B5EF4-FFF2-40B4-BE49-F238E27FC236}">
                <a16:creationId xmlns:a16="http://schemas.microsoft.com/office/drawing/2014/main" id="{444A6B3A-0E51-43C4-97D6-E3F8EDD35DD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9D8104C-98F9-4A44-9CB3-A13CF572DB8D}" type="slidenum">
              <a:rPr lang="en-US" altLang="en-US" sz="1400" smtClean="0">
                <a:solidFill>
                  <a:schemeClr val="tx1"/>
                </a:solidFill>
                <a:latin typeface="Arial" panose="020B0604020202020204" pitchFamily="34" charset="0"/>
              </a:rPr>
              <a:pPr>
                <a:spcBef>
                  <a:spcPct val="0"/>
                </a:spcBef>
                <a:buFontTx/>
                <a:buNone/>
              </a:pPr>
              <a:t>11</a:t>
            </a:fld>
            <a:endParaRPr lang="en-US" altLang="en-US" sz="1400">
              <a:solidFill>
                <a:schemeClr val="tx1"/>
              </a:solidFill>
              <a:latin typeface="Arial" panose="020B0604020202020204" pitchFamily="34" charset="0"/>
            </a:endParaRPr>
          </a:p>
        </p:txBody>
      </p:sp>
      <p:sp>
        <p:nvSpPr>
          <p:cNvPr id="26628" name="TextBox 8">
            <a:extLst>
              <a:ext uri="{FF2B5EF4-FFF2-40B4-BE49-F238E27FC236}">
                <a16:creationId xmlns:a16="http://schemas.microsoft.com/office/drawing/2014/main" id="{AB2B370B-8801-47DE-A5D1-519BB3228913}"/>
              </a:ext>
            </a:extLst>
          </p:cNvPr>
          <p:cNvSpPr txBox="1">
            <a:spLocks noChangeArrowheads="1"/>
          </p:cNvSpPr>
          <p:nvPr/>
        </p:nvSpPr>
        <p:spPr bwMode="auto">
          <a:xfrm>
            <a:off x="2286000" y="5033963"/>
            <a:ext cx="42878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2-5 Partially completed IPO chart</a:t>
            </a:r>
          </a:p>
          <a:p>
            <a:pPr algn="ctr" eaLnBrk="1" hangingPunct="1">
              <a:spcBef>
                <a:spcPct val="0"/>
              </a:spcBef>
              <a:buFontTx/>
              <a:buNone/>
            </a:pPr>
            <a:r>
              <a:rPr lang="en-US" altLang="en-US" sz="1800">
                <a:solidFill>
                  <a:schemeClr val="tx1"/>
                </a:solidFill>
                <a:latin typeface="Arial" panose="020B0604020202020204" pitchFamily="34" charset="0"/>
              </a:rPr>
              <a:t>showing the input and output items</a:t>
            </a:r>
          </a:p>
        </p:txBody>
      </p:sp>
      <p:pic>
        <p:nvPicPr>
          <p:cNvPr id="26631" name="Picture 8">
            <a:extLst>
              <a:ext uri="{FF2B5EF4-FFF2-40B4-BE49-F238E27FC236}">
                <a16:creationId xmlns:a16="http://schemas.microsoft.com/office/drawing/2014/main" id="{99CFAE9D-A5FE-4A8C-A659-3E5303780E21}"/>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05200"/>
            <a:ext cx="7640638"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F7B338FD-7673-4F15-80DC-81D1E673ADF0}"/>
              </a:ext>
            </a:extLst>
          </p:cNvPr>
          <p:cNvSpPr txBox="1">
            <a:spLocks noGrp="1" noChangeArrowheads="1"/>
          </p:cNvSpPr>
          <p:nvPr>
            <p:ph type="title"/>
          </p:nvPr>
        </p:nvSpPr>
        <p:spPr bwMode="auto">
          <a:xfrm>
            <a:off x="609600" y="152400"/>
            <a:ext cx="8077200" cy="1143000"/>
          </a:xfrm>
          <a:prstGeom prst="rect">
            <a:avLst/>
          </a:prstGeom>
          <a:noFill/>
          <a:ln w="9525">
            <a:noFill/>
            <a:miter lim="800000"/>
            <a:headEnd/>
            <a:tailEnd/>
          </a:ln>
        </p:spPr>
        <p:txBody>
          <a:bodyPr anchor="ctr"/>
          <a:lstStyle/>
          <a:p>
            <a:pPr algn="ctr" eaLnBrk="1" hangingPunct="1">
              <a:defRPr/>
            </a:pPr>
            <a:r>
              <a:rPr lang="en-US" sz="3200" dirty="0">
                <a:solidFill>
                  <a:srgbClr val="222222"/>
                </a:solidFill>
                <a:latin typeface="+mj-lt"/>
                <a:ea typeface="ＭＳ Ｐゴシック" charset="-128"/>
              </a:rPr>
              <a:t>Step 1</a:t>
            </a:r>
            <a:r>
              <a:rPr lang="en-US" sz="3200" dirty="0">
                <a:solidFill>
                  <a:schemeClr val="tx1"/>
                </a:solidFill>
                <a:latin typeface="+mj-lt"/>
                <a:ea typeface="ＭＳ Ｐゴシック" charset="-128"/>
              </a:rPr>
              <a:t>−</a:t>
            </a:r>
            <a:r>
              <a:rPr lang="en-US" sz="3200" dirty="0">
                <a:solidFill>
                  <a:srgbClr val="222222"/>
                </a:solidFill>
                <a:latin typeface="+mj-lt"/>
                <a:ea typeface="ＭＳ Ｐゴシック" charset="-128"/>
              </a:rPr>
              <a:t>Analyzing the Problem (cont’d.)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6">
            <a:extLst>
              <a:ext uri="{FF2B5EF4-FFF2-40B4-BE49-F238E27FC236}">
                <a16:creationId xmlns:a16="http://schemas.microsoft.com/office/drawing/2014/main" id="{74B3053F-9F22-43C5-9ECA-A8B138BF9A53}"/>
              </a:ext>
            </a:extLst>
          </p:cNvPr>
          <p:cNvSpPr>
            <a:spLocks noGrp="1"/>
          </p:cNvSpPr>
          <p:nvPr>
            <p:ph idx="1"/>
          </p:nvPr>
        </p:nvSpPr>
        <p:spPr>
          <a:xfrm>
            <a:off x="533400" y="1676400"/>
            <a:ext cx="8077200" cy="1905000"/>
          </a:xfrm>
        </p:spPr>
        <p:txBody>
          <a:bodyPr/>
          <a:lstStyle/>
          <a:p>
            <a:pPr eaLnBrk="1" hangingPunct="1"/>
            <a:r>
              <a:rPr lang="en-US" altLang="en-US">
                <a:ea typeface="ＭＳ Ｐゴシック" panose="020B0600070205080204" pitchFamily="34" charset="-128"/>
              </a:rPr>
              <a:t>Several readings of the problem may be necessary to fully understand the problem</a:t>
            </a:r>
          </a:p>
          <a:p>
            <a:pPr eaLnBrk="1" hangingPunct="1"/>
            <a:r>
              <a:rPr lang="en-US" altLang="en-US">
                <a:ea typeface="ＭＳ Ｐゴシック" panose="020B0600070205080204" pitchFamily="34" charset="-128"/>
              </a:rPr>
              <a:t>Cross out irrelevant information in the problem description</a:t>
            </a:r>
          </a:p>
        </p:txBody>
      </p:sp>
      <p:sp>
        <p:nvSpPr>
          <p:cNvPr id="28675" name="Title 1">
            <a:extLst>
              <a:ext uri="{FF2B5EF4-FFF2-40B4-BE49-F238E27FC236}">
                <a16:creationId xmlns:a16="http://schemas.microsoft.com/office/drawing/2014/main" id="{19A7EBF8-6A0F-4A5F-9775-9918783D618E}"/>
              </a:ext>
            </a:extLst>
          </p:cNvPr>
          <p:cNvSpPr>
            <a:spLocks noGrp="1"/>
          </p:cNvSpPr>
          <p:nvPr>
            <p:ph type="title"/>
          </p:nvPr>
        </p:nvSpPr>
        <p:spPr/>
        <p:txBody>
          <a:bodyPr/>
          <a:lstStyle/>
          <a:p>
            <a:pPr eaLnBrk="1" hangingPunct="1"/>
            <a:r>
              <a:rPr lang="en-US" altLang="en-US">
                <a:ea typeface="ＭＳ Ｐゴシック" panose="020B0600070205080204" pitchFamily="34" charset="-128"/>
              </a:rPr>
              <a:t>Hints for Analyzing Problems</a:t>
            </a:r>
          </a:p>
        </p:txBody>
      </p:sp>
      <p:sp>
        <p:nvSpPr>
          <p:cNvPr id="28676" name="TextBox 8">
            <a:extLst>
              <a:ext uri="{FF2B5EF4-FFF2-40B4-BE49-F238E27FC236}">
                <a16:creationId xmlns:a16="http://schemas.microsoft.com/office/drawing/2014/main" id="{D4EDECD8-ABC4-4D81-8467-8124758FAB4E}"/>
              </a:ext>
            </a:extLst>
          </p:cNvPr>
          <p:cNvSpPr txBox="1">
            <a:spLocks noChangeArrowheads="1"/>
          </p:cNvSpPr>
          <p:nvPr/>
        </p:nvSpPr>
        <p:spPr bwMode="auto">
          <a:xfrm>
            <a:off x="2489200" y="5035550"/>
            <a:ext cx="3968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2-6 Problem specification with</a:t>
            </a:r>
          </a:p>
          <a:p>
            <a:pPr algn="ctr" eaLnBrk="1" hangingPunct="1">
              <a:spcBef>
                <a:spcPct val="0"/>
              </a:spcBef>
              <a:buFontTx/>
              <a:buNone/>
            </a:pPr>
            <a:r>
              <a:rPr lang="en-US" altLang="en-US" sz="1800">
                <a:solidFill>
                  <a:schemeClr val="tx1"/>
                </a:solidFill>
                <a:latin typeface="Arial" panose="020B0604020202020204" pitchFamily="34" charset="0"/>
              </a:rPr>
              <a:t>unimportant information crossed out</a:t>
            </a:r>
          </a:p>
        </p:txBody>
      </p:sp>
      <p:sp>
        <p:nvSpPr>
          <p:cNvPr id="28677" name="Slide Number Placeholder 6">
            <a:extLst>
              <a:ext uri="{FF2B5EF4-FFF2-40B4-BE49-F238E27FC236}">
                <a16:creationId xmlns:a16="http://schemas.microsoft.com/office/drawing/2014/main" id="{2AF1BD86-92AC-4C3E-8AB9-EF1D143826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25FE472-E19E-4A83-9ABD-DFA1DF0B5F59}" type="slidenum">
              <a:rPr lang="en-US" altLang="en-US" sz="1400" smtClean="0">
                <a:solidFill>
                  <a:schemeClr val="tx1"/>
                </a:solidFill>
                <a:latin typeface="Arial" panose="020B0604020202020204" pitchFamily="34" charset="0"/>
              </a:rPr>
              <a:pPr>
                <a:spcBef>
                  <a:spcPct val="0"/>
                </a:spcBef>
                <a:buFontTx/>
                <a:buNone/>
              </a:pPr>
              <a:t>12</a:t>
            </a:fld>
            <a:endParaRPr lang="en-US" altLang="en-US" sz="1400">
              <a:solidFill>
                <a:schemeClr val="tx1"/>
              </a:solidFill>
              <a:latin typeface="Arial" panose="020B0604020202020204" pitchFamily="34" charset="0"/>
            </a:endParaRPr>
          </a:p>
        </p:txBody>
      </p:sp>
      <p:sp>
        <p:nvSpPr>
          <p:cNvPr id="28678" name="Footer Placeholder 7">
            <a:extLst>
              <a:ext uri="{FF2B5EF4-FFF2-40B4-BE49-F238E27FC236}">
                <a16:creationId xmlns:a16="http://schemas.microsoft.com/office/drawing/2014/main" id="{D6D15F4F-3AD9-487B-B60C-1C8C63002EF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28679" name="Picture 8">
            <a:extLst>
              <a:ext uri="{FF2B5EF4-FFF2-40B4-BE49-F238E27FC236}">
                <a16:creationId xmlns:a16="http://schemas.microsoft.com/office/drawing/2014/main" id="{92F38622-DA50-4CFF-BF19-26B45CC84E3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86200"/>
            <a:ext cx="80010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E32DD13-E432-4C48-97DB-36B489D5B31B}"/>
              </a:ext>
            </a:extLst>
          </p:cNvPr>
          <p:cNvSpPr>
            <a:spLocks noGrp="1"/>
          </p:cNvSpPr>
          <p:nvPr>
            <p:ph idx="1"/>
          </p:nvPr>
        </p:nvSpPr>
        <p:spPr>
          <a:xfrm>
            <a:off x="533400" y="1676400"/>
            <a:ext cx="8077200" cy="1219200"/>
          </a:xfrm>
        </p:spPr>
        <p:txBody>
          <a:bodyPr/>
          <a:lstStyle/>
          <a:p>
            <a:pPr eaLnBrk="1" hangingPunct="1"/>
            <a:r>
              <a:rPr lang="en-US" altLang="en-US">
                <a:ea typeface="ＭＳ Ｐゴシック" panose="020B0600070205080204" pitchFamily="34" charset="-128"/>
              </a:rPr>
              <a:t>Some problem specifications contain incomplete information</a:t>
            </a:r>
          </a:p>
        </p:txBody>
      </p:sp>
      <p:sp>
        <p:nvSpPr>
          <p:cNvPr id="15362" name="Title 1">
            <a:extLst>
              <a:ext uri="{FF2B5EF4-FFF2-40B4-BE49-F238E27FC236}">
                <a16:creationId xmlns:a16="http://schemas.microsoft.com/office/drawing/2014/main" id="{58FEB1CC-E82E-4AE2-9DB3-571695F6ACCD}"/>
              </a:ext>
            </a:extLst>
          </p:cNvPr>
          <p:cNvSpPr>
            <a:spLocks noGrp="1"/>
          </p:cNvSpPr>
          <p:nvPr>
            <p:ph type="title"/>
          </p:nvPr>
        </p:nvSpPr>
        <p:spPr/>
        <p:txBody>
          <a:bodyPr rtlCol="0">
            <a:normAutofit fontScale="90000"/>
          </a:bodyPr>
          <a:lstStyle/>
          <a:p>
            <a:pPr eaLnBrk="1" hangingPunct="1">
              <a:defRPr/>
            </a:pPr>
            <a:r>
              <a:rPr lang="en-US"/>
              <a:t>Hints for Analyzing Problems (cont’d.)</a:t>
            </a:r>
          </a:p>
        </p:txBody>
      </p:sp>
      <p:sp>
        <p:nvSpPr>
          <p:cNvPr id="30724" name="TextBox 9">
            <a:extLst>
              <a:ext uri="{FF2B5EF4-FFF2-40B4-BE49-F238E27FC236}">
                <a16:creationId xmlns:a16="http://schemas.microsoft.com/office/drawing/2014/main" id="{8C4ABFA3-85B3-4EC4-97C6-AC2A81D23322}"/>
              </a:ext>
            </a:extLst>
          </p:cNvPr>
          <p:cNvSpPr txBox="1">
            <a:spLocks noChangeArrowheads="1"/>
          </p:cNvSpPr>
          <p:nvPr/>
        </p:nvSpPr>
        <p:spPr bwMode="auto">
          <a:xfrm>
            <a:off x="2379663" y="4202113"/>
            <a:ext cx="4506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2-7 Problem specification that does</a:t>
            </a:r>
          </a:p>
          <a:p>
            <a:pPr algn="ctr" eaLnBrk="1" hangingPunct="1">
              <a:spcBef>
                <a:spcPct val="0"/>
              </a:spcBef>
              <a:buFontTx/>
              <a:buNone/>
            </a:pPr>
            <a:r>
              <a:rPr lang="en-US" altLang="en-US" sz="1800">
                <a:solidFill>
                  <a:schemeClr val="tx1"/>
                </a:solidFill>
                <a:latin typeface="Arial" panose="020B0604020202020204" pitchFamily="34" charset="0"/>
              </a:rPr>
              <a:t>not contain enough information</a:t>
            </a:r>
          </a:p>
        </p:txBody>
      </p:sp>
      <p:sp>
        <p:nvSpPr>
          <p:cNvPr id="30725" name="Slide Number Placeholder 6">
            <a:extLst>
              <a:ext uri="{FF2B5EF4-FFF2-40B4-BE49-F238E27FC236}">
                <a16:creationId xmlns:a16="http://schemas.microsoft.com/office/drawing/2014/main" id="{6E4263DF-BA88-497A-95EA-1BC5D592F2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B9EC86D-D7FB-476A-BBEC-78187DC5E7AD}" type="slidenum">
              <a:rPr lang="en-US" altLang="en-US" sz="1400" smtClean="0">
                <a:solidFill>
                  <a:schemeClr val="tx1"/>
                </a:solidFill>
                <a:latin typeface="Arial" panose="020B0604020202020204" pitchFamily="34" charset="0"/>
              </a:rPr>
              <a:pPr>
                <a:spcBef>
                  <a:spcPct val="0"/>
                </a:spcBef>
                <a:buFontTx/>
                <a:buNone/>
              </a:pPr>
              <a:t>13</a:t>
            </a:fld>
            <a:endParaRPr lang="en-US" altLang="en-US" sz="1400">
              <a:solidFill>
                <a:schemeClr val="tx1"/>
              </a:solidFill>
              <a:latin typeface="Arial" panose="020B0604020202020204" pitchFamily="34" charset="0"/>
            </a:endParaRPr>
          </a:p>
        </p:txBody>
      </p:sp>
      <p:sp>
        <p:nvSpPr>
          <p:cNvPr id="30726" name="Footer Placeholder 7">
            <a:extLst>
              <a:ext uri="{FF2B5EF4-FFF2-40B4-BE49-F238E27FC236}">
                <a16:creationId xmlns:a16="http://schemas.microsoft.com/office/drawing/2014/main" id="{1CBEBA82-DA25-44FE-9ECE-FF94AB65C4F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30727" name="Picture 8">
            <a:extLst>
              <a:ext uri="{FF2B5EF4-FFF2-40B4-BE49-F238E27FC236}">
                <a16:creationId xmlns:a16="http://schemas.microsoft.com/office/drawing/2014/main" id="{3965AC90-0A5D-4C1E-BDD1-6206DB396A91}"/>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77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7D005B09-AD69-49D6-9DA9-5FB2B1760230}"/>
              </a:ext>
            </a:extLst>
          </p:cNvPr>
          <p:cNvSpPr>
            <a:spLocks noGrp="1" noChangeArrowheads="1"/>
          </p:cNvSpPr>
          <p:nvPr>
            <p:ph idx="1"/>
          </p:nvPr>
        </p:nvSpPr>
        <p:spPr>
          <a:xfrm>
            <a:off x="533400" y="1676400"/>
            <a:ext cx="8077200" cy="1066800"/>
          </a:xfrm>
        </p:spPr>
        <p:txBody>
          <a:bodyPr/>
          <a:lstStyle/>
          <a:p>
            <a:pPr eaLnBrk="1" hangingPunct="1"/>
            <a:r>
              <a:rPr lang="en-US" altLang="en-US">
                <a:ea typeface="ＭＳ Ｐゴシック" panose="020B0600070205080204" pitchFamily="34" charset="-128"/>
              </a:rPr>
              <a:t>Distinguish between information that is missing and information that is implied</a:t>
            </a:r>
          </a:p>
          <a:p>
            <a:pPr eaLnBrk="1" hangingPunct="1"/>
            <a:endParaRPr lang="en-US" altLang="en-US">
              <a:ea typeface="ＭＳ Ｐゴシック" panose="020B0600070205080204" pitchFamily="34" charset="-128"/>
            </a:endParaRPr>
          </a:p>
        </p:txBody>
      </p:sp>
      <p:sp>
        <p:nvSpPr>
          <p:cNvPr id="16387" name="Rectangle 2">
            <a:extLst>
              <a:ext uri="{FF2B5EF4-FFF2-40B4-BE49-F238E27FC236}">
                <a16:creationId xmlns:a16="http://schemas.microsoft.com/office/drawing/2014/main" id="{3AA0A8FF-249B-48A5-86A2-CEE06975E276}"/>
              </a:ext>
            </a:extLst>
          </p:cNvPr>
          <p:cNvSpPr>
            <a:spLocks noGrp="1" noChangeArrowheads="1"/>
          </p:cNvSpPr>
          <p:nvPr>
            <p:ph type="title"/>
          </p:nvPr>
        </p:nvSpPr>
        <p:spPr/>
        <p:txBody>
          <a:bodyPr rtlCol="0">
            <a:normAutofit fontScale="90000"/>
          </a:bodyPr>
          <a:lstStyle/>
          <a:p>
            <a:pPr eaLnBrk="1" hangingPunct="1">
              <a:defRPr/>
            </a:pPr>
            <a:r>
              <a:rPr lang="en-US"/>
              <a:t>Hints for Analyzing Problems (cont’d.)</a:t>
            </a:r>
          </a:p>
        </p:txBody>
      </p:sp>
      <p:sp>
        <p:nvSpPr>
          <p:cNvPr id="32772" name="TextBox 9">
            <a:extLst>
              <a:ext uri="{FF2B5EF4-FFF2-40B4-BE49-F238E27FC236}">
                <a16:creationId xmlns:a16="http://schemas.microsoft.com/office/drawing/2014/main" id="{AB0F447F-5166-4FA6-8679-0A4FF85A1C36}"/>
              </a:ext>
            </a:extLst>
          </p:cNvPr>
          <p:cNvSpPr txBox="1">
            <a:spLocks noChangeArrowheads="1"/>
          </p:cNvSpPr>
          <p:nvPr/>
        </p:nvSpPr>
        <p:spPr bwMode="auto">
          <a:xfrm>
            <a:off x="2647950" y="4191000"/>
            <a:ext cx="3968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2-8 Problem specification in</a:t>
            </a:r>
          </a:p>
          <a:p>
            <a:pPr algn="ctr" eaLnBrk="1" hangingPunct="1">
              <a:spcBef>
                <a:spcPct val="0"/>
              </a:spcBef>
              <a:buFontTx/>
              <a:buNone/>
            </a:pPr>
            <a:r>
              <a:rPr lang="en-US" altLang="en-US" sz="1800">
                <a:solidFill>
                  <a:schemeClr val="tx1"/>
                </a:solidFill>
                <a:latin typeface="Arial" panose="020B0604020202020204" pitchFamily="34" charset="0"/>
              </a:rPr>
              <a:t>which the input is not explicitly stated</a:t>
            </a:r>
          </a:p>
        </p:txBody>
      </p:sp>
      <p:sp>
        <p:nvSpPr>
          <p:cNvPr id="32773" name="Slide Number Placeholder 6">
            <a:extLst>
              <a:ext uri="{FF2B5EF4-FFF2-40B4-BE49-F238E27FC236}">
                <a16:creationId xmlns:a16="http://schemas.microsoft.com/office/drawing/2014/main" id="{8B94AF11-518D-4AE2-935E-00B972BEA4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97B43384-C955-4438-94CB-2FA1159F7295}" type="slidenum">
              <a:rPr lang="en-US" altLang="en-US" sz="1400" smtClean="0">
                <a:solidFill>
                  <a:schemeClr val="tx1"/>
                </a:solidFill>
                <a:latin typeface="Arial" panose="020B0604020202020204" pitchFamily="34" charset="0"/>
              </a:rPr>
              <a:pPr>
                <a:spcBef>
                  <a:spcPct val="0"/>
                </a:spcBef>
                <a:buFontTx/>
                <a:buNone/>
              </a:pPr>
              <a:t>14</a:t>
            </a:fld>
            <a:endParaRPr lang="en-US" altLang="en-US" sz="1400">
              <a:solidFill>
                <a:schemeClr val="tx1"/>
              </a:solidFill>
              <a:latin typeface="Arial" panose="020B0604020202020204" pitchFamily="34" charset="0"/>
            </a:endParaRPr>
          </a:p>
        </p:txBody>
      </p:sp>
      <p:sp>
        <p:nvSpPr>
          <p:cNvPr id="32774" name="Footer Placeholder 7">
            <a:extLst>
              <a:ext uri="{FF2B5EF4-FFF2-40B4-BE49-F238E27FC236}">
                <a16:creationId xmlns:a16="http://schemas.microsoft.com/office/drawing/2014/main" id="{2B8DCB04-CBC0-42AB-BBAC-5EB5AFFF7E1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32775" name="Picture 8">
            <a:extLst>
              <a:ext uri="{FF2B5EF4-FFF2-40B4-BE49-F238E27FC236}">
                <a16:creationId xmlns:a16="http://schemas.microsoft.com/office/drawing/2014/main" id="{0DE8E818-6D27-4B78-B699-882331A2338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163888"/>
            <a:ext cx="76200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BF71597F-1487-416F-8A7E-3F288B38A32A}"/>
              </a:ext>
            </a:extLst>
          </p:cNvPr>
          <p:cNvSpPr>
            <a:spLocks noGrp="1" noChangeArrowheads="1"/>
          </p:cNvSpPr>
          <p:nvPr>
            <p:ph idx="1"/>
          </p:nvPr>
        </p:nvSpPr>
        <p:spPr/>
        <p:txBody>
          <a:bodyPr/>
          <a:lstStyle/>
          <a:p>
            <a:pPr eaLnBrk="1" hangingPunct="1"/>
            <a:r>
              <a:rPr lang="en-US" altLang="en-US" b="1">
                <a:ea typeface="ＭＳ Ｐゴシック" panose="020B0600070205080204" pitchFamily="34" charset="-128"/>
              </a:rPr>
              <a:t>Algorithm</a:t>
            </a:r>
            <a:r>
              <a:rPr lang="en-US" altLang="en-US">
                <a:ea typeface="ＭＳ Ｐゴシック" panose="020B0600070205080204" pitchFamily="34" charset="-128"/>
              </a:rPr>
              <a:t>: set of instructions that will transform the problem’s input into its output</a:t>
            </a:r>
          </a:p>
          <a:p>
            <a:pPr lvl="1" eaLnBrk="1" hangingPunct="1"/>
            <a:r>
              <a:rPr lang="en-US" altLang="en-US">
                <a:ea typeface="ＭＳ Ｐゴシック" panose="020B0600070205080204" pitchFamily="34" charset="-128"/>
              </a:rPr>
              <a:t>Record in the Processing column of the IPO chart</a:t>
            </a:r>
          </a:p>
          <a:p>
            <a:pPr lvl="1" eaLnBrk="1" hangingPunct="1"/>
            <a:r>
              <a:rPr lang="en-US" altLang="en-US">
                <a:ea typeface="ＭＳ Ｐゴシック" panose="020B0600070205080204" pitchFamily="34" charset="-128"/>
              </a:rPr>
              <a:t>Can be written as pseudocode or a flowchart</a:t>
            </a:r>
          </a:p>
          <a:p>
            <a:pPr eaLnBrk="1" hangingPunct="1"/>
            <a:r>
              <a:rPr lang="en-US" altLang="en-US" b="1">
                <a:ea typeface="ＭＳ Ｐゴシック" panose="020B0600070205080204" pitchFamily="34" charset="-128"/>
              </a:rPr>
              <a:t>Pseudocode</a:t>
            </a:r>
            <a:r>
              <a:rPr lang="en-US" altLang="en-US">
                <a:ea typeface="ＭＳ Ｐゴシック" panose="020B0600070205080204" pitchFamily="34" charset="-128"/>
              </a:rPr>
              <a:t>: tool programmers use to help plan an algorithm</a:t>
            </a:r>
          </a:p>
          <a:p>
            <a:pPr lvl="1" eaLnBrk="1" hangingPunct="1"/>
            <a:r>
              <a:rPr lang="en-US" altLang="en-US">
                <a:ea typeface="ＭＳ Ｐゴシック" panose="020B0600070205080204" pitchFamily="34" charset="-128"/>
              </a:rPr>
              <a:t>Short English statements</a:t>
            </a:r>
          </a:p>
          <a:p>
            <a:pPr lvl="1" eaLnBrk="1" hangingPunct="1"/>
            <a:r>
              <a:rPr lang="en-US" altLang="en-US">
                <a:ea typeface="ＭＳ Ｐゴシック" panose="020B0600070205080204" pitchFamily="34" charset="-128"/>
              </a:rPr>
              <a:t>Not standardized</a:t>
            </a:r>
          </a:p>
          <a:p>
            <a:pPr lvl="1" eaLnBrk="1" hangingPunct="1"/>
            <a:r>
              <a:rPr lang="en-US" altLang="en-US">
                <a:ea typeface="ＭＳ Ｐゴシック" panose="020B0600070205080204" pitchFamily="34" charset="-128"/>
              </a:rPr>
              <a:t>Not understandable by a computer</a:t>
            </a:r>
          </a:p>
        </p:txBody>
      </p:sp>
      <p:sp>
        <p:nvSpPr>
          <p:cNvPr id="34819" name="Rectangle 2">
            <a:extLst>
              <a:ext uri="{FF2B5EF4-FFF2-40B4-BE49-F238E27FC236}">
                <a16:creationId xmlns:a16="http://schemas.microsoft.com/office/drawing/2014/main" id="{4F75A4CD-DDC0-4E02-9C2C-9CA12863E78C}"/>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Step 2−Planning the Algorithm</a:t>
            </a:r>
          </a:p>
        </p:txBody>
      </p:sp>
      <p:sp>
        <p:nvSpPr>
          <p:cNvPr id="34820" name="Slide Number Placeholder 4">
            <a:extLst>
              <a:ext uri="{FF2B5EF4-FFF2-40B4-BE49-F238E27FC236}">
                <a16:creationId xmlns:a16="http://schemas.microsoft.com/office/drawing/2014/main" id="{E8C92CDA-7F77-4D18-9CFD-BD754C3924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706D0258-D973-4DF9-AB21-B8C0AEF81814}" type="slidenum">
              <a:rPr lang="en-US" altLang="en-US" sz="1400" smtClean="0">
                <a:solidFill>
                  <a:schemeClr val="tx1"/>
                </a:solidFill>
                <a:latin typeface="Arial" panose="020B0604020202020204" pitchFamily="34" charset="0"/>
              </a:rPr>
              <a:pPr>
                <a:spcBef>
                  <a:spcPct val="0"/>
                </a:spcBef>
                <a:buFontTx/>
                <a:buNone/>
              </a:pPr>
              <a:t>15</a:t>
            </a:fld>
            <a:endParaRPr lang="en-US" altLang="en-US" sz="1400">
              <a:solidFill>
                <a:schemeClr val="tx1"/>
              </a:solidFill>
              <a:latin typeface="Arial" panose="020B0604020202020204" pitchFamily="34" charset="0"/>
            </a:endParaRPr>
          </a:p>
        </p:txBody>
      </p:sp>
      <p:sp>
        <p:nvSpPr>
          <p:cNvPr id="34821" name="Footer Placeholder 5">
            <a:extLst>
              <a:ext uri="{FF2B5EF4-FFF2-40B4-BE49-F238E27FC236}">
                <a16:creationId xmlns:a16="http://schemas.microsoft.com/office/drawing/2014/main" id="{882194C9-7EFF-449B-84BF-0E751209BC2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93FCCDA7-51CA-49E4-952B-77D2195E954F}"/>
              </a:ext>
            </a:extLst>
          </p:cNvPr>
          <p:cNvSpPr>
            <a:spLocks noGrp="1" noChangeArrowheads="1"/>
          </p:cNvSpPr>
          <p:nvPr>
            <p:ph type="title"/>
          </p:nvPr>
        </p:nvSpPr>
        <p:spPr/>
        <p:txBody>
          <a:bodyPr rtlCol="0">
            <a:normAutofit fontScale="90000"/>
          </a:bodyPr>
          <a:lstStyle/>
          <a:p>
            <a:pPr eaLnBrk="1" hangingPunct="1">
              <a:defRPr/>
            </a:pPr>
            <a:r>
              <a:rPr lang="en-US" dirty="0"/>
              <a:t>Step 2−Planning the Algorithm (cont’d.)</a:t>
            </a:r>
          </a:p>
        </p:txBody>
      </p:sp>
      <p:sp>
        <p:nvSpPr>
          <p:cNvPr id="36867" name="TextBox 6">
            <a:extLst>
              <a:ext uri="{FF2B5EF4-FFF2-40B4-BE49-F238E27FC236}">
                <a16:creationId xmlns:a16="http://schemas.microsoft.com/office/drawing/2014/main" id="{2A6C502B-5EBA-48CA-B686-EF6EBC0A8474}"/>
              </a:ext>
            </a:extLst>
          </p:cNvPr>
          <p:cNvSpPr txBox="1">
            <a:spLocks noChangeArrowheads="1"/>
          </p:cNvSpPr>
          <p:nvPr/>
        </p:nvSpPr>
        <p:spPr bwMode="auto">
          <a:xfrm>
            <a:off x="2401888" y="5562600"/>
            <a:ext cx="44037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2-9 Problem specification and IPO</a:t>
            </a:r>
          </a:p>
          <a:p>
            <a:pPr algn="ctr" eaLnBrk="1" hangingPunct="1">
              <a:spcBef>
                <a:spcPct val="0"/>
              </a:spcBef>
              <a:buFontTx/>
              <a:buNone/>
            </a:pPr>
            <a:r>
              <a:rPr lang="en-US" altLang="en-US" sz="1800">
                <a:solidFill>
                  <a:schemeClr val="tx1"/>
                </a:solidFill>
                <a:latin typeface="Arial" panose="020B0604020202020204" pitchFamily="34" charset="0"/>
              </a:rPr>
              <a:t>chart for the Addison O’Reilly problem</a:t>
            </a:r>
          </a:p>
        </p:txBody>
      </p:sp>
      <p:sp>
        <p:nvSpPr>
          <p:cNvPr id="36868" name="Slide Number Placeholder 5">
            <a:extLst>
              <a:ext uri="{FF2B5EF4-FFF2-40B4-BE49-F238E27FC236}">
                <a16:creationId xmlns:a16="http://schemas.microsoft.com/office/drawing/2014/main" id="{FFA36307-50EE-4F77-A64D-14D85F7BBA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F18FEC4-4830-4F5C-B413-A831B2D07D57}" type="slidenum">
              <a:rPr lang="en-US" altLang="en-US" sz="1400" smtClean="0">
                <a:solidFill>
                  <a:schemeClr val="tx1"/>
                </a:solidFill>
                <a:latin typeface="Arial" panose="020B0604020202020204" pitchFamily="34" charset="0"/>
              </a:rPr>
              <a:pPr>
                <a:spcBef>
                  <a:spcPct val="0"/>
                </a:spcBef>
                <a:buFontTx/>
                <a:buNone/>
              </a:pPr>
              <a:t>16</a:t>
            </a:fld>
            <a:endParaRPr lang="en-US" altLang="en-US" sz="1400">
              <a:solidFill>
                <a:schemeClr val="tx1"/>
              </a:solidFill>
              <a:latin typeface="Arial" panose="020B0604020202020204" pitchFamily="34" charset="0"/>
            </a:endParaRPr>
          </a:p>
        </p:txBody>
      </p:sp>
      <p:sp>
        <p:nvSpPr>
          <p:cNvPr id="36869" name="Footer Placeholder 6">
            <a:extLst>
              <a:ext uri="{FF2B5EF4-FFF2-40B4-BE49-F238E27FC236}">
                <a16:creationId xmlns:a16="http://schemas.microsoft.com/office/drawing/2014/main" id="{2667E114-E416-4831-9644-078A00B37BA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36870" name="Picture 7">
            <a:extLst>
              <a:ext uri="{FF2B5EF4-FFF2-40B4-BE49-F238E27FC236}">
                <a16:creationId xmlns:a16="http://schemas.microsoft.com/office/drawing/2014/main" id="{A2E15F4D-636C-443D-BD80-428CA966601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49388"/>
            <a:ext cx="80772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5283A6BF-07CD-4E83-87A0-9C9ED297D2E3}"/>
              </a:ext>
            </a:extLst>
          </p:cNvPr>
          <p:cNvSpPr>
            <a:spLocks noGrp="1" noChangeArrowheads="1"/>
          </p:cNvSpPr>
          <p:nvPr>
            <p:ph idx="1"/>
          </p:nvPr>
        </p:nvSpPr>
        <p:spPr/>
        <p:txBody>
          <a:bodyPr/>
          <a:lstStyle/>
          <a:p>
            <a:pPr eaLnBrk="1" hangingPunct="1"/>
            <a:r>
              <a:rPr lang="en-US" altLang="en-US" b="1">
                <a:ea typeface="ＭＳ Ｐゴシック" panose="020B0600070205080204" pitchFamily="34" charset="-128"/>
              </a:rPr>
              <a:t>Flowcharts </a:t>
            </a:r>
            <a:r>
              <a:rPr lang="en-US" altLang="en-US">
                <a:ea typeface="ＭＳ Ｐゴシック" panose="020B0600070205080204" pitchFamily="34" charset="-128"/>
              </a:rPr>
              <a:t>are also used to plan an algorithm</a:t>
            </a:r>
          </a:p>
          <a:p>
            <a:pPr lvl="1" eaLnBrk="1" hangingPunct="1"/>
            <a:r>
              <a:rPr lang="en-US" altLang="en-US">
                <a:ea typeface="ＭＳ Ｐゴシック" panose="020B0600070205080204" pitchFamily="34" charset="-128"/>
              </a:rPr>
              <a:t>Use standardized symbols</a:t>
            </a:r>
          </a:p>
          <a:p>
            <a:pPr lvl="1" eaLnBrk="1" hangingPunct="1"/>
            <a:r>
              <a:rPr lang="en-US" altLang="en-US">
                <a:ea typeface="ＭＳ Ｐゴシック" panose="020B0600070205080204" pitchFamily="34" charset="-128"/>
              </a:rPr>
              <a:t>Symbols connected with </a:t>
            </a:r>
            <a:r>
              <a:rPr lang="en-US" altLang="en-US" b="1">
                <a:ea typeface="ＭＳ Ｐゴシック" panose="020B0600070205080204" pitchFamily="34" charset="-128"/>
              </a:rPr>
              <a:t>flowlines</a:t>
            </a:r>
          </a:p>
          <a:p>
            <a:pPr lvl="1" eaLnBrk="1" hangingPunct="1"/>
            <a:r>
              <a:rPr lang="en-US" altLang="en-US">
                <a:ea typeface="ＭＳ Ｐゴシック" panose="020B0600070205080204" pitchFamily="34" charset="-128"/>
              </a:rPr>
              <a:t>Oval: </a:t>
            </a:r>
            <a:r>
              <a:rPr lang="en-US" altLang="en-US" b="1">
                <a:ea typeface="ＭＳ Ｐゴシック" panose="020B0600070205080204" pitchFamily="34" charset="-128"/>
              </a:rPr>
              <a:t>start/stop symbol</a:t>
            </a:r>
          </a:p>
          <a:p>
            <a:pPr lvl="2" eaLnBrk="1" hangingPunct="1"/>
            <a:r>
              <a:rPr lang="en-US" altLang="en-US">
                <a:ea typeface="ＭＳ Ｐゴシック" panose="020B0600070205080204" pitchFamily="34" charset="-128"/>
              </a:rPr>
              <a:t>Represents beginning and end of algorithm</a:t>
            </a:r>
          </a:p>
          <a:p>
            <a:pPr lvl="1" eaLnBrk="1" hangingPunct="1"/>
            <a:r>
              <a:rPr lang="en-US" altLang="en-US">
                <a:ea typeface="ＭＳ Ｐゴシック" panose="020B0600070205080204" pitchFamily="34" charset="-128"/>
              </a:rPr>
              <a:t>Rectangle: </a:t>
            </a:r>
            <a:r>
              <a:rPr lang="en-US" altLang="en-US" b="1">
                <a:ea typeface="ＭＳ Ｐゴシック" panose="020B0600070205080204" pitchFamily="34" charset="-128"/>
              </a:rPr>
              <a:t>process symbol</a:t>
            </a:r>
            <a:endParaRPr lang="en-US" altLang="en-US">
              <a:ea typeface="ＭＳ Ｐゴシック" panose="020B0600070205080204" pitchFamily="34" charset="-128"/>
            </a:endParaRPr>
          </a:p>
          <a:p>
            <a:pPr lvl="2" eaLnBrk="1" hangingPunct="1"/>
            <a:r>
              <a:rPr lang="en-US" altLang="en-US">
                <a:ea typeface="ＭＳ Ｐゴシック" panose="020B0600070205080204" pitchFamily="34" charset="-128"/>
              </a:rPr>
              <a:t>Represents tasks such as calculations</a:t>
            </a:r>
          </a:p>
          <a:p>
            <a:pPr lvl="1" eaLnBrk="1" hangingPunct="1"/>
            <a:r>
              <a:rPr lang="en-US" altLang="en-US">
                <a:ea typeface="ＭＳ Ｐゴシック" panose="020B0600070205080204" pitchFamily="34" charset="-128"/>
              </a:rPr>
              <a:t>Parallelogram: </a:t>
            </a:r>
            <a:r>
              <a:rPr lang="en-US" altLang="en-US" b="1">
                <a:ea typeface="ＭＳ Ｐゴシック" panose="020B0600070205080204" pitchFamily="34" charset="-128"/>
              </a:rPr>
              <a:t>input/output symbol</a:t>
            </a:r>
          </a:p>
          <a:p>
            <a:pPr lvl="2" eaLnBrk="1" hangingPunct="1"/>
            <a:r>
              <a:rPr lang="en-US" altLang="en-US">
                <a:ea typeface="ＭＳ Ｐゴシック" panose="020B0600070205080204" pitchFamily="34" charset="-128"/>
              </a:rPr>
              <a:t>Represents I/O tasks</a:t>
            </a:r>
          </a:p>
        </p:txBody>
      </p:sp>
      <p:sp>
        <p:nvSpPr>
          <p:cNvPr id="19459" name="Rectangle 2">
            <a:extLst>
              <a:ext uri="{FF2B5EF4-FFF2-40B4-BE49-F238E27FC236}">
                <a16:creationId xmlns:a16="http://schemas.microsoft.com/office/drawing/2014/main" id="{0E296A18-8E7F-4976-A77F-560144BA8326}"/>
              </a:ext>
            </a:extLst>
          </p:cNvPr>
          <p:cNvSpPr>
            <a:spLocks noGrp="1" noChangeArrowheads="1"/>
          </p:cNvSpPr>
          <p:nvPr>
            <p:ph type="title"/>
          </p:nvPr>
        </p:nvSpPr>
        <p:spPr/>
        <p:txBody>
          <a:bodyPr rtlCol="0">
            <a:normAutofit fontScale="90000"/>
          </a:bodyPr>
          <a:lstStyle/>
          <a:p>
            <a:pPr eaLnBrk="1" hangingPunct="1">
              <a:defRPr/>
            </a:pPr>
            <a:r>
              <a:rPr lang="en-US" dirty="0"/>
              <a:t>Step 2−Planning the Algorithm (cont’d.)</a:t>
            </a:r>
          </a:p>
        </p:txBody>
      </p:sp>
      <p:sp>
        <p:nvSpPr>
          <p:cNvPr id="38916" name="Slide Number Placeholder 4">
            <a:extLst>
              <a:ext uri="{FF2B5EF4-FFF2-40B4-BE49-F238E27FC236}">
                <a16:creationId xmlns:a16="http://schemas.microsoft.com/office/drawing/2014/main" id="{71216DEC-CCCF-4FFE-A83F-C92AB2E664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58B5FB17-9B8D-4154-9D17-CF30EC97696A}" type="slidenum">
              <a:rPr lang="en-US" altLang="en-US" sz="1400" smtClean="0">
                <a:solidFill>
                  <a:schemeClr val="tx1"/>
                </a:solidFill>
                <a:latin typeface="Arial" panose="020B0604020202020204" pitchFamily="34" charset="0"/>
              </a:rPr>
              <a:pPr>
                <a:spcBef>
                  <a:spcPct val="0"/>
                </a:spcBef>
                <a:buFontTx/>
                <a:buNone/>
              </a:pPr>
              <a:t>17</a:t>
            </a:fld>
            <a:endParaRPr lang="en-US" altLang="en-US" sz="1400">
              <a:solidFill>
                <a:schemeClr val="tx1"/>
              </a:solidFill>
              <a:latin typeface="Arial" panose="020B0604020202020204" pitchFamily="34" charset="0"/>
            </a:endParaRPr>
          </a:p>
        </p:txBody>
      </p:sp>
      <p:sp>
        <p:nvSpPr>
          <p:cNvPr id="38917" name="Footer Placeholder 5">
            <a:extLst>
              <a:ext uri="{FF2B5EF4-FFF2-40B4-BE49-F238E27FC236}">
                <a16:creationId xmlns:a16="http://schemas.microsoft.com/office/drawing/2014/main" id="{C684C736-ED62-4140-8521-7585933EFF5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6">
            <a:extLst>
              <a:ext uri="{FF2B5EF4-FFF2-40B4-BE49-F238E27FC236}">
                <a16:creationId xmlns:a16="http://schemas.microsoft.com/office/drawing/2014/main" id="{CD5EF4BF-1345-4D50-B22F-89643CF44340}"/>
              </a:ext>
            </a:extLst>
          </p:cNvPr>
          <p:cNvSpPr txBox="1">
            <a:spLocks noChangeArrowheads="1"/>
          </p:cNvSpPr>
          <p:nvPr/>
        </p:nvSpPr>
        <p:spPr bwMode="auto">
          <a:xfrm>
            <a:off x="1828800" y="5943600"/>
            <a:ext cx="541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2-10 Figure 2-9’s algorithm in flowchart form</a:t>
            </a:r>
          </a:p>
        </p:txBody>
      </p:sp>
      <p:sp>
        <p:nvSpPr>
          <p:cNvPr id="40963" name="Slide Number Placeholder 4">
            <a:extLst>
              <a:ext uri="{FF2B5EF4-FFF2-40B4-BE49-F238E27FC236}">
                <a16:creationId xmlns:a16="http://schemas.microsoft.com/office/drawing/2014/main" id="{FAAAEA16-90EC-4376-ADF7-AA5FA9F72CF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7F9B9FE3-20E2-4640-A21F-033B8BA88FEF}" type="slidenum">
              <a:rPr lang="en-US" altLang="en-US" sz="1400" smtClean="0">
                <a:solidFill>
                  <a:schemeClr val="tx1"/>
                </a:solidFill>
                <a:latin typeface="Arial" panose="020B0604020202020204" pitchFamily="34" charset="0"/>
              </a:rPr>
              <a:pPr>
                <a:spcBef>
                  <a:spcPct val="0"/>
                </a:spcBef>
                <a:buFontTx/>
                <a:buNone/>
              </a:pPr>
              <a:t>18</a:t>
            </a:fld>
            <a:endParaRPr lang="en-US" altLang="en-US" sz="1400">
              <a:solidFill>
                <a:schemeClr val="tx1"/>
              </a:solidFill>
              <a:latin typeface="Arial" panose="020B0604020202020204" pitchFamily="34" charset="0"/>
            </a:endParaRPr>
          </a:p>
        </p:txBody>
      </p:sp>
      <p:sp>
        <p:nvSpPr>
          <p:cNvPr id="40964" name="Footer Placeholder 5">
            <a:extLst>
              <a:ext uri="{FF2B5EF4-FFF2-40B4-BE49-F238E27FC236}">
                <a16:creationId xmlns:a16="http://schemas.microsoft.com/office/drawing/2014/main" id="{0081FA69-52E1-4DB8-8F89-34622A1E5BF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6" name="Rectangle 2">
            <a:extLst>
              <a:ext uri="{FF2B5EF4-FFF2-40B4-BE49-F238E27FC236}">
                <a16:creationId xmlns:a16="http://schemas.microsoft.com/office/drawing/2014/main" id="{6E6093E5-1E21-4BD7-8CEA-EED1298C77CC}"/>
              </a:ext>
            </a:extLst>
          </p:cNvPr>
          <p:cNvSpPr>
            <a:spLocks noGrp="1" noChangeArrowheads="1"/>
          </p:cNvSpPr>
          <p:nvPr>
            <p:ph type="title"/>
          </p:nvPr>
        </p:nvSpPr>
        <p:spPr>
          <a:xfrm>
            <a:off x="609600" y="152400"/>
            <a:ext cx="8077200" cy="1143000"/>
          </a:xfrm>
        </p:spPr>
        <p:txBody>
          <a:bodyPr rtlCol="0">
            <a:normAutofit fontScale="90000"/>
          </a:bodyPr>
          <a:lstStyle/>
          <a:p>
            <a:pPr eaLnBrk="1" hangingPunct="1">
              <a:defRPr/>
            </a:pPr>
            <a:r>
              <a:rPr lang="en-US" dirty="0"/>
              <a:t>Step 2−Planning the Algorithm (cont’d.)</a:t>
            </a:r>
          </a:p>
        </p:txBody>
      </p:sp>
      <p:pic>
        <p:nvPicPr>
          <p:cNvPr id="40966" name="Picture 7">
            <a:extLst>
              <a:ext uri="{FF2B5EF4-FFF2-40B4-BE49-F238E27FC236}">
                <a16:creationId xmlns:a16="http://schemas.microsoft.com/office/drawing/2014/main" id="{1D9F0EDA-42A6-4DB7-88E1-8F274BAD2AA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773588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D111361-7663-47CC-85C8-D3C8C220530F}"/>
              </a:ext>
            </a:extLst>
          </p:cNvPr>
          <p:cNvSpPr>
            <a:spLocks noGrp="1" noChangeArrowheads="1"/>
          </p:cNvSpPr>
          <p:nvPr>
            <p:ph type="title"/>
          </p:nvPr>
        </p:nvSpPr>
        <p:spPr/>
        <p:txBody>
          <a:bodyPr rtlCol="0">
            <a:normAutofit fontScale="90000"/>
          </a:bodyPr>
          <a:lstStyle/>
          <a:p>
            <a:pPr eaLnBrk="1" hangingPunct="1">
              <a:defRPr/>
            </a:pPr>
            <a:r>
              <a:rPr lang="en-US"/>
              <a:t>Step 2−Planning the Algorithm (cont’d.)</a:t>
            </a:r>
          </a:p>
        </p:txBody>
      </p:sp>
      <p:sp>
        <p:nvSpPr>
          <p:cNvPr id="43011" name="TextBox 9">
            <a:extLst>
              <a:ext uri="{FF2B5EF4-FFF2-40B4-BE49-F238E27FC236}">
                <a16:creationId xmlns:a16="http://schemas.microsoft.com/office/drawing/2014/main" id="{42619B13-F09C-49A0-B0A1-4192BFF10AB9}"/>
              </a:ext>
            </a:extLst>
          </p:cNvPr>
          <p:cNvSpPr txBox="1">
            <a:spLocks noChangeArrowheads="1"/>
          </p:cNvSpPr>
          <p:nvPr/>
        </p:nvSpPr>
        <p:spPr bwMode="auto">
          <a:xfrm>
            <a:off x="609600" y="5360988"/>
            <a:ext cx="8001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2-11 A different solution to the</a:t>
            </a:r>
          </a:p>
          <a:p>
            <a:pPr algn="ctr" eaLnBrk="1" hangingPunct="1">
              <a:spcBef>
                <a:spcPct val="0"/>
              </a:spcBef>
              <a:buFontTx/>
              <a:buNone/>
            </a:pPr>
            <a:r>
              <a:rPr lang="en-US" altLang="en-US" sz="1800">
                <a:solidFill>
                  <a:schemeClr val="tx1"/>
                </a:solidFill>
                <a:latin typeface="Arial" panose="020B0604020202020204" pitchFamily="34" charset="0"/>
              </a:rPr>
              <a:t>Addison O’Reilly problem (pseudocode)</a:t>
            </a:r>
          </a:p>
        </p:txBody>
      </p:sp>
      <p:sp>
        <p:nvSpPr>
          <p:cNvPr id="43012" name="Slide Number Placeholder 6">
            <a:extLst>
              <a:ext uri="{FF2B5EF4-FFF2-40B4-BE49-F238E27FC236}">
                <a16:creationId xmlns:a16="http://schemas.microsoft.com/office/drawing/2014/main" id="{52B1941F-23E6-45D6-9CC3-66F0380B08E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12CD669D-44C8-42C0-BEB7-D1E9B14525E7}" type="slidenum">
              <a:rPr lang="en-US" altLang="en-US" sz="1400" smtClean="0">
                <a:solidFill>
                  <a:schemeClr val="tx1"/>
                </a:solidFill>
                <a:latin typeface="Arial" panose="020B0604020202020204" pitchFamily="34" charset="0"/>
              </a:rPr>
              <a:pPr>
                <a:spcBef>
                  <a:spcPct val="0"/>
                </a:spcBef>
                <a:buFontTx/>
                <a:buNone/>
              </a:pPr>
              <a:t>19</a:t>
            </a:fld>
            <a:endParaRPr lang="en-US" altLang="en-US" sz="1400">
              <a:solidFill>
                <a:schemeClr val="tx1"/>
              </a:solidFill>
              <a:latin typeface="Arial" panose="020B0604020202020204" pitchFamily="34" charset="0"/>
            </a:endParaRPr>
          </a:p>
        </p:txBody>
      </p:sp>
      <p:sp>
        <p:nvSpPr>
          <p:cNvPr id="43013" name="Footer Placeholder 7">
            <a:extLst>
              <a:ext uri="{FF2B5EF4-FFF2-40B4-BE49-F238E27FC236}">
                <a16:creationId xmlns:a16="http://schemas.microsoft.com/office/drawing/2014/main" id="{B179EF5A-1D94-4D38-A188-F0C58E52DEE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43014" name="Picture 13">
            <a:extLst>
              <a:ext uri="{FF2B5EF4-FFF2-40B4-BE49-F238E27FC236}">
                <a16:creationId xmlns:a16="http://schemas.microsoft.com/office/drawing/2014/main" id="{907F8128-B48B-44F7-9F12-5D2966F50F4B}"/>
              </a:ext>
              <a:ext uri="{C183D7F6-B498-43B3-948B-1728B52AA6E4}">
                <adec:decorative xmlns:adec="http://schemas.microsoft.com/office/drawing/2017/decorative" val="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33400" y="1538288"/>
            <a:ext cx="8077200" cy="3643312"/>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315C1359-07C5-4EBC-8703-AE7D67D97DBD}"/>
              </a:ext>
            </a:extLst>
          </p:cNvPr>
          <p:cNvSpPr>
            <a:spLocks noGrp="1" noChangeArrowheads="1"/>
          </p:cNvSpPr>
          <p:nvPr>
            <p:ph idx="1"/>
          </p:nvPr>
        </p:nvSpPr>
        <p:spPr>
          <a:xfrm>
            <a:off x="533400" y="1676400"/>
            <a:ext cx="5029200" cy="4572000"/>
          </a:xfrm>
        </p:spPr>
        <p:txBody>
          <a:bodyPr/>
          <a:lstStyle/>
          <a:p>
            <a:pPr eaLnBrk="1" hangingPunct="1"/>
            <a:r>
              <a:rPr lang="en-US" altLang="en-US">
                <a:ea typeface="ＭＳ Ｐゴシック" panose="020B0600070205080204" pitchFamily="34" charset="-128"/>
              </a:rPr>
              <a:t>Processing item: an intermediate value (neither input nor output) the algorithm uses to transform input into output  </a:t>
            </a:r>
          </a:p>
          <a:p>
            <a:pPr eaLnBrk="1" hangingPunct="1"/>
            <a:endParaRPr lang="en-US" altLang="en-US">
              <a:ea typeface="ＭＳ Ｐゴシック" panose="020B0600070205080204" pitchFamily="34" charset="-128"/>
            </a:endParaRPr>
          </a:p>
        </p:txBody>
      </p:sp>
      <p:sp>
        <p:nvSpPr>
          <p:cNvPr id="22530" name="Rectangle 2">
            <a:extLst>
              <a:ext uri="{FF2B5EF4-FFF2-40B4-BE49-F238E27FC236}">
                <a16:creationId xmlns:a16="http://schemas.microsoft.com/office/drawing/2014/main" id="{75DA94BF-332C-495A-B399-03FE1AC9DD67}"/>
              </a:ext>
            </a:extLst>
          </p:cNvPr>
          <p:cNvSpPr>
            <a:spLocks noGrp="1" noChangeArrowheads="1"/>
          </p:cNvSpPr>
          <p:nvPr>
            <p:ph type="title"/>
          </p:nvPr>
        </p:nvSpPr>
        <p:spPr/>
        <p:txBody>
          <a:bodyPr rtlCol="0">
            <a:normAutofit fontScale="90000"/>
          </a:bodyPr>
          <a:lstStyle/>
          <a:p>
            <a:pPr eaLnBrk="1" hangingPunct="1">
              <a:defRPr/>
            </a:pPr>
            <a:r>
              <a:rPr lang="en-US"/>
              <a:t>Step 2−Planning the Algorithm (cont’d.)</a:t>
            </a:r>
          </a:p>
        </p:txBody>
      </p:sp>
      <p:sp>
        <p:nvSpPr>
          <p:cNvPr id="45060" name="TextBox 10">
            <a:extLst>
              <a:ext uri="{FF2B5EF4-FFF2-40B4-BE49-F238E27FC236}">
                <a16:creationId xmlns:a16="http://schemas.microsoft.com/office/drawing/2014/main" id="{548E34FB-08DE-4A55-A701-42BBDEAE2390}"/>
              </a:ext>
            </a:extLst>
          </p:cNvPr>
          <p:cNvSpPr txBox="1">
            <a:spLocks noChangeArrowheads="1"/>
          </p:cNvSpPr>
          <p:nvPr/>
        </p:nvSpPr>
        <p:spPr bwMode="auto">
          <a:xfrm>
            <a:off x="762000" y="5562600"/>
            <a:ext cx="4800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2-11 A different solution to the Addison O’Reilly problem (flowchart)</a:t>
            </a:r>
          </a:p>
        </p:txBody>
      </p:sp>
      <p:sp>
        <p:nvSpPr>
          <p:cNvPr id="45061" name="Slide Number Placeholder 6">
            <a:extLst>
              <a:ext uri="{FF2B5EF4-FFF2-40B4-BE49-F238E27FC236}">
                <a16:creationId xmlns:a16="http://schemas.microsoft.com/office/drawing/2014/main" id="{CA900D22-5885-42FA-AEDA-5AE26C9F08F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6AD84B3-DF2D-4B53-8AFE-F0377A74D4E1}" type="slidenum">
              <a:rPr lang="en-US" altLang="en-US" sz="1400" smtClean="0">
                <a:solidFill>
                  <a:schemeClr val="tx1"/>
                </a:solidFill>
                <a:latin typeface="Arial" panose="020B0604020202020204" pitchFamily="34" charset="0"/>
              </a:rPr>
              <a:pPr>
                <a:spcBef>
                  <a:spcPct val="0"/>
                </a:spcBef>
                <a:buFontTx/>
                <a:buNone/>
              </a:pPr>
              <a:t>20</a:t>
            </a:fld>
            <a:endParaRPr lang="en-US" altLang="en-US" sz="1400">
              <a:solidFill>
                <a:schemeClr val="tx1"/>
              </a:solidFill>
              <a:latin typeface="Arial" panose="020B0604020202020204" pitchFamily="34" charset="0"/>
            </a:endParaRPr>
          </a:p>
        </p:txBody>
      </p:sp>
      <p:sp>
        <p:nvSpPr>
          <p:cNvPr id="45062" name="Footer Placeholder 7">
            <a:extLst>
              <a:ext uri="{FF2B5EF4-FFF2-40B4-BE49-F238E27FC236}">
                <a16:creationId xmlns:a16="http://schemas.microsoft.com/office/drawing/2014/main" id="{3065CA16-FBB9-45D3-B256-9FDB6A4A563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45063" name="Picture 9">
            <a:extLst>
              <a:ext uri="{FF2B5EF4-FFF2-40B4-BE49-F238E27FC236}">
                <a16:creationId xmlns:a16="http://schemas.microsoft.com/office/drawing/2014/main" id="{8FEAD0D1-454A-47F7-8E1F-09EE52E6031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752600"/>
            <a:ext cx="2514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69A9310-B7AC-485D-9F35-152C3B52BF4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Step 3−Desk-Checking the Algorithm</a:t>
            </a:r>
          </a:p>
        </p:txBody>
      </p:sp>
      <p:sp>
        <p:nvSpPr>
          <p:cNvPr id="47107" name="Rectangle 3">
            <a:extLst>
              <a:ext uri="{FF2B5EF4-FFF2-40B4-BE49-F238E27FC236}">
                <a16:creationId xmlns:a16="http://schemas.microsoft.com/office/drawing/2014/main" id="{D9CBF3F9-B0C7-4F30-893B-471448EC619D}"/>
              </a:ext>
            </a:extLst>
          </p:cNvPr>
          <p:cNvSpPr txBox="1">
            <a:spLocks noChangeArrowheads="1"/>
          </p:cNvSpPr>
          <p:nvPr/>
        </p:nvSpPr>
        <p:spPr bwMode="auto">
          <a:xfrm>
            <a:off x="533400" y="1676400"/>
            <a:ext cx="807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800100" indent="-34290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a:t>Desk-checking</a:t>
            </a:r>
            <a:r>
              <a:rPr lang="en-US" altLang="en-US"/>
              <a:t> an algorithm verifies that it is correct</a:t>
            </a:r>
          </a:p>
          <a:p>
            <a:pPr lvl="1" eaLnBrk="1" hangingPunct="1"/>
            <a:r>
              <a:rPr lang="en-US" altLang="en-US"/>
              <a:t>Refers to checking an algorithm by hand, rather than with a computer</a:t>
            </a:r>
          </a:p>
          <a:p>
            <a:pPr lvl="1" eaLnBrk="1" hangingPunct="1"/>
            <a:r>
              <a:rPr lang="en-US" altLang="en-US"/>
              <a:t>Also called </a:t>
            </a:r>
            <a:r>
              <a:rPr lang="en-US" altLang="en-US" b="1"/>
              <a:t>hand-tracing</a:t>
            </a:r>
            <a:endParaRPr lang="en-US" altLang="en-US"/>
          </a:p>
          <a:p>
            <a:pPr eaLnBrk="1" hangingPunct="1"/>
            <a:r>
              <a:rPr lang="en-US" altLang="en-US" sz="2400"/>
              <a:t>Choose sample data and manually compute the expected output value</a:t>
            </a:r>
          </a:p>
          <a:p>
            <a:pPr eaLnBrk="1" hangingPunct="1"/>
            <a:r>
              <a:rPr lang="en-US" altLang="en-US" sz="2400"/>
              <a:t>Creating a desk-check table can be helpful</a:t>
            </a:r>
          </a:p>
          <a:p>
            <a:pPr eaLnBrk="1" hangingPunct="1"/>
            <a:endParaRPr lang="en-US" altLang="en-US"/>
          </a:p>
        </p:txBody>
      </p:sp>
      <p:sp>
        <p:nvSpPr>
          <p:cNvPr id="47108" name="Slide Number Placeholder 4">
            <a:extLst>
              <a:ext uri="{FF2B5EF4-FFF2-40B4-BE49-F238E27FC236}">
                <a16:creationId xmlns:a16="http://schemas.microsoft.com/office/drawing/2014/main" id="{C5953394-C682-4ACD-9888-BE2A5A506FB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79E23156-E143-4BD3-9A62-92E2EFD20EB0}" type="slidenum">
              <a:rPr lang="en-US" altLang="en-US" sz="1400" smtClean="0">
                <a:solidFill>
                  <a:schemeClr val="tx1"/>
                </a:solidFill>
                <a:latin typeface="Arial" panose="020B0604020202020204" pitchFamily="34" charset="0"/>
              </a:rPr>
              <a:pPr>
                <a:spcBef>
                  <a:spcPct val="0"/>
                </a:spcBef>
                <a:buFontTx/>
                <a:buNone/>
              </a:pPr>
              <a:t>21</a:t>
            </a:fld>
            <a:endParaRPr lang="en-US" altLang="en-US" sz="1400">
              <a:solidFill>
                <a:schemeClr val="tx1"/>
              </a:solidFill>
              <a:latin typeface="Arial" panose="020B0604020202020204" pitchFamily="34" charset="0"/>
            </a:endParaRPr>
          </a:p>
        </p:txBody>
      </p:sp>
      <p:sp>
        <p:nvSpPr>
          <p:cNvPr id="47109" name="Footer Placeholder 5">
            <a:extLst>
              <a:ext uri="{FF2B5EF4-FFF2-40B4-BE49-F238E27FC236}">
                <a16:creationId xmlns:a16="http://schemas.microsoft.com/office/drawing/2014/main" id="{159FE74A-2D50-4840-9001-5A5B85DFD18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0549D1A-1B56-40AB-811F-9C844D3F803D}"/>
              </a:ext>
            </a:extLst>
          </p:cNvPr>
          <p:cNvSpPr>
            <a:spLocks noGrp="1" noChangeArrowheads="1"/>
          </p:cNvSpPr>
          <p:nvPr>
            <p:ph type="title"/>
          </p:nvPr>
        </p:nvSpPr>
        <p:spPr/>
        <p:txBody>
          <a:bodyPr rtlCol="0">
            <a:normAutofit fontScale="90000"/>
          </a:bodyPr>
          <a:lstStyle/>
          <a:p>
            <a:pPr eaLnBrk="1" hangingPunct="1">
              <a:defRPr/>
            </a:pPr>
            <a:r>
              <a:rPr lang="en-US" dirty="0"/>
              <a:t>Step 3−Desk-Checking the Algorithm (cont’d.)</a:t>
            </a:r>
          </a:p>
        </p:txBody>
      </p:sp>
      <p:sp>
        <p:nvSpPr>
          <p:cNvPr id="49155" name="TextBox 10">
            <a:extLst>
              <a:ext uri="{FF2B5EF4-FFF2-40B4-BE49-F238E27FC236}">
                <a16:creationId xmlns:a16="http://schemas.microsoft.com/office/drawing/2014/main" id="{40D9A5A5-1B15-424E-B9F1-D0525BFB4E20}"/>
              </a:ext>
            </a:extLst>
          </p:cNvPr>
          <p:cNvSpPr txBox="1">
            <a:spLocks noChangeArrowheads="1"/>
          </p:cNvSpPr>
          <p:nvPr/>
        </p:nvSpPr>
        <p:spPr bwMode="auto">
          <a:xfrm>
            <a:off x="1295400" y="4038600"/>
            <a:ext cx="617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2-12 Manual cost calculation for the first desk-check</a:t>
            </a:r>
          </a:p>
        </p:txBody>
      </p:sp>
      <p:sp>
        <p:nvSpPr>
          <p:cNvPr id="49156" name="Slide Number Placeholder 5">
            <a:extLst>
              <a:ext uri="{FF2B5EF4-FFF2-40B4-BE49-F238E27FC236}">
                <a16:creationId xmlns:a16="http://schemas.microsoft.com/office/drawing/2014/main" id="{1BD7DC13-B29B-4D08-BBFE-82C514DA072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F51CF49-342D-4828-9C6C-C1E43ECA9150}" type="slidenum">
              <a:rPr lang="en-US" altLang="en-US" sz="1400" smtClean="0">
                <a:solidFill>
                  <a:schemeClr val="tx1"/>
                </a:solidFill>
                <a:latin typeface="Arial" panose="020B0604020202020204" pitchFamily="34" charset="0"/>
              </a:rPr>
              <a:pPr>
                <a:spcBef>
                  <a:spcPct val="0"/>
                </a:spcBef>
                <a:buFontTx/>
                <a:buNone/>
              </a:pPr>
              <a:t>22</a:t>
            </a:fld>
            <a:endParaRPr lang="en-US" altLang="en-US" sz="1400">
              <a:solidFill>
                <a:schemeClr val="tx1"/>
              </a:solidFill>
              <a:latin typeface="Arial" panose="020B0604020202020204" pitchFamily="34" charset="0"/>
            </a:endParaRPr>
          </a:p>
        </p:txBody>
      </p:sp>
      <p:sp>
        <p:nvSpPr>
          <p:cNvPr id="49157" name="Footer Placeholder 6">
            <a:extLst>
              <a:ext uri="{FF2B5EF4-FFF2-40B4-BE49-F238E27FC236}">
                <a16:creationId xmlns:a16="http://schemas.microsoft.com/office/drawing/2014/main" id="{91815E0D-8360-4BB3-B336-F8FB44711C3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49158" name="Picture 7">
            <a:extLst>
              <a:ext uri="{FF2B5EF4-FFF2-40B4-BE49-F238E27FC236}">
                <a16:creationId xmlns:a16="http://schemas.microsoft.com/office/drawing/2014/main" id="{18A70BAA-200F-4C89-AFBF-8C690AB4F773}"/>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981200"/>
            <a:ext cx="28654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F96D4D03-A419-4F4C-A775-B7132C214802}"/>
              </a:ext>
            </a:extLst>
          </p:cNvPr>
          <p:cNvSpPr>
            <a:spLocks noGrp="1" noChangeArrowheads="1"/>
          </p:cNvSpPr>
          <p:nvPr>
            <p:ph type="title"/>
          </p:nvPr>
        </p:nvSpPr>
        <p:spPr/>
        <p:txBody>
          <a:bodyPr rtlCol="0">
            <a:normAutofit fontScale="90000"/>
          </a:bodyPr>
          <a:lstStyle/>
          <a:p>
            <a:pPr eaLnBrk="1" hangingPunct="1">
              <a:defRPr/>
            </a:pPr>
            <a:r>
              <a:rPr lang="en-US" dirty="0"/>
              <a:t>Step 3−Desk-Checking the Algorithm (cont’d.)</a:t>
            </a:r>
          </a:p>
        </p:txBody>
      </p:sp>
      <p:sp>
        <p:nvSpPr>
          <p:cNvPr id="51203" name="TextBox 5">
            <a:extLst>
              <a:ext uri="{FF2B5EF4-FFF2-40B4-BE49-F238E27FC236}">
                <a16:creationId xmlns:a16="http://schemas.microsoft.com/office/drawing/2014/main" id="{D60B731B-AA61-41ED-8C11-A37827829A5F}"/>
              </a:ext>
            </a:extLst>
          </p:cNvPr>
          <p:cNvSpPr txBox="1">
            <a:spLocks noChangeArrowheads="1"/>
          </p:cNvSpPr>
          <p:nvPr/>
        </p:nvSpPr>
        <p:spPr bwMode="auto">
          <a:xfrm>
            <a:off x="1295400" y="5029200"/>
            <a:ext cx="662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2-13 Addison O’Reilly solution and</a:t>
            </a:r>
          </a:p>
          <a:p>
            <a:pPr algn="ctr" eaLnBrk="1" hangingPunct="1">
              <a:spcBef>
                <a:spcPct val="0"/>
              </a:spcBef>
              <a:buFontTx/>
              <a:buNone/>
            </a:pPr>
            <a:r>
              <a:rPr lang="en-US" altLang="en-US" sz="1800">
                <a:solidFill>
                  <a:schemeClr val="tx1"/>
                </a:solidFill>
                <a:latin typeface="Arial" panose="020B0604020202020204" pitchFamily="34" charset="0"/>
              </a:rPr>
              <a:t>partially completed desk-check table</a:t>
            </a:r>
          </a:p>
        </p:txBody>
      </p:sp>
      <p:sp>
        <p:nvSpPr>
          <p:cNvPr id="51204" name="Slide Number Placeholder 5">
            <a:extLst>
              <a:ext uri="{FF2B5EF4-FFF2-40B4-BE49-F238E27FC236}">
                <a16:creationId xmlns:a16="http://schemas.microsoft.com/office/drawing/2014/main" id="{F526EB9D-2909-430B-9425-BE0C3766A46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CBAE84F-6109-49B6-ABBC-E4A2202D5B72}" type="slidenum">
              <a:rPr lang="en-US" altLang="en-US" sz="1400" smtClean="0">
                <a:solidFill>
                  <a:schemeClr val="tx1"/>
                </a:solidFill>
                <a:latin typeface="Arial" panose="020B0604020202020204" pitchFamily="34" charset="0"/>
              </a:rPr>
              <a:pPr>
                <a:spcBef>
                  <a:spcPct val="0"/>
                </a:spcBef>
                <a:buFontTx/>
                <a:buNone/>
              </a:pPr>
              <a:t>23</a:t>
            </a:fld>
            <a:endParaRPr lang="en-US" altLang="en-US" sz="1400">
              <a:solidFill>
                <a:schemeClr val="tx1"/>
              </a:solidFill>
              <a:latin typeface="Arial" panose="020B0604020202020204" pitchFamily="34" charset="0"/>
            </a:endParaRPr>
          </a:p>
        </p:txBody>
      </p:sp>
      <p:sp>
        <p:nvSpPr>
          <p:cNvPr id="51205" name="Footer Placeholder 6">
            <a:extLst>
              <a:ext uri="{FF2B5EF4-FFF2-40B4-BE49-F238E27FC236}">
                <a16:creationId xmlns:a16="http://schemas.microsoft.com/office/drawing/2014/main" id="{85D89487-D8F4-40C6-913A-573E16F2E5D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51206" name="Picture 1">
            <a:extLst>
              <a:ext uri="{FF2B5EF4-FFF2-40B4-BE49-F238E27FC236}">
                <a16:creationId xmlns:a16="http://schemas.microsoft.com/office/drawing/2014/main" id="{5679B82A-B044-40EF-B4C2-68791B9858F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3150" y="1524000"/>
            <a:ext cx="7605713"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5BE3EF0A-AA8E-4DCE-8D06-2EECF314279A}"/>
              </a:ext>
            </a:extLst>
          </p:cNvPr>
          <p:cNvSpPr>
            <a:spLocks noGrp="1" noChangeArrowheads="1"/>
          </p:cNvSpPr>
          <p:nvPr>
            <p:ph type="title"/>
          </p:nvPr>
        </p:nvSpPr>
        <p:spPr/>
        <p:txBody>
          <a:bodyPr rtlCol="0">
            <a:normAutofit fontScale="90000"/>
          </a:bodyPr>
          <a:lstStyle/>
          <a:p>
            <a:pPr eaLnBrk="1" hangingPunct="1">
              <a:defRPr/>
            </a:pPr>
            <a:r>
              <a:rPr lang="en-US" dirty="0"/>
              <a:t>Step 3−Desk-Checking the Algorithm (cont’d.)</a:t>
            </a:r>
          </a:p>
        </p:txBody>
      </p:sp>
      <p:sp>
        <p:nvSpPr>
          <p:cNvPr id="53251" name="TextBox 5">
            <a:extLst>
              <a:ext uri="{FF2B5EF4-FFF2-40B4-BE49-F238E27FC236}">
                <a16:creationId xmlns:a16="http://schemas.microsoft.com/office/drawing/2014/main" id="{261940BD-6E39-4584-B886-14CCE5E2CCDF}"/>
              </a:ext>
            </a:extLst>
          </p:cNvPr>
          <p:cNvSpPr txBox="1">
            <a:spLocks noChangeArrowheads="1"/>
          </p:cNvSpPr>
          <p:nvPr/>
        </p:nvSpPr>
        <p:spPr bwMode="auto">
          <a:xfrm rot="10800000" flipV="1">
            <a:off x="1600200" y="3189288"/>
            <a:ext cx="594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2-14 Input values entered in the desk-check table</a:t>
            </a:r>
          </a:p>
        </p:txBody>
      </p:sp>
      <p:sp>
        <p:nvSpPr>
          <p:cNvPr id="53252" name="TextBox 9">
            <a:extLst>
              <a:ext uri="{FF2B5EF4-FFF2-40B4-BE49-F238E27FC236}">
                <a16:creationId xmlns:a16="http://schemas.microsoft.com/office/drawing/2014/main" id="{D8702E7E-8381-4996-8730-90BB881C3956}"/>
              </a:ext>
            </a:extLst>
          </p:cNvPr>
          <p:cNvSpPr txBox="1">
            <a:spLocks noChangeArrowheads="1"/>
          </p:cNvSpPr>
          <p:nvPr/>
        </p:nvSpPr>
        <p:spPr bwMode="auto">
          <a:xfrm>
            <a:off x="1600200" y="4953000"/>
            <a:ext cx="601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2-16 Output value entered in the desk-check table</a:t>
            </a:r>
          </a:p>
        </p:txBody>
      </p:sp>
      <p:sp>
        <p:nvSpPr>
          <p:cNvPr id="53253" name="Slide Number Placeholder 9">
            <a:extLst>
              <a:ext uri="{FF2B5EF4-FFF2-40B4-BE49-F238E27FC236}">
                <a16:creationId xmlns:a16="http://schemas.microsoft.com/office/drawing/2014/main" id="{E8B6AD08-2906-4DE7-8200-5890CD3037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17287AC-2492-4562-8DDA-2FBA2C3340DF}" type="slidenum">
              <a:rPr lang="en-US" altLang="en-US" sz="1400" smtClean="0">
                <a:solidFill>
                  <a:schemeClr val="tx1"/>
                </a:solidFill>
                <a:latin typeface="Arial" panose="020B0604020202020204" pitchFamily="34" charset="0"/>
              </a:rPr>
              <a:pPr>
                <a:spcBef>
                  <a:spcPct val="0"/>
                </a:spcBef>
                <a:buFontTx/>
                <a:buNone/>
              </a:pPr>
              <a:t>24</a:t>
            </a:fld>
            <a:endParaRPr lang="en-US" altLang="en-US" sz="1400">
              <a:solidFill>
                <a:schemeClr val="tx1"/>
              </a:solidFill>
              <a:latin typeface="Arial" panose="020B0604020202020204" pitchFamily="34" charset="0"/>
            </a:endParaRPr>
          </a:p>
        </p:txBody>
      </p:sp>
      <p:sp>
        <p:nvSpPr>
          <p:cNvPr id="53254" name="Footer Placeholder 10">
            <a:extLst>
              <a:ext uri="{FF2B5EF4-FFF2-40B4-BE49-F238E27FC236}">
                <a16:creationId xmlns:a16="http://schemas.microsoft.com/office/drawing/2014/main" id="{D8C20C54-CD08-438D-BB8A-3A72DC67F5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53255" name="Picture 11">
            <a:extLst>
              <a:ext uri="{FF2B5EF4-FFF2-40B4-BE49-F238E27FC236}">
                <a16:creationId xmlns:a16="http://schemas.microsoft.com/office/drawing/2014/main" id="{83762746-89D3-4BE4-A68C-2CB5887AE137}"/>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286000"/>
            <a:ext cx="6183313"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12">
            <a:extLst>
              <a:ext uri="{FF2B5EF4-FFF2-40B4-BE49-F238E27FC236}">
                <a16:creationId xmlns:a16="http://schemas.microsoft.com/office/drawing/2014/main" id="{2D684C4B-1DD6-4C9A-9863-3434C7661406}"/>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038600"/>
            <a:ext cx="62738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CA8A2F69-1168-4A68-A8F3-6460B44055C6}"/>
              </a:ext>
            </a:extLst>
          </p:cNvPr>
          <p:cNvSpPr>
            <a:spLocks noGrp="1" noChangeArrowheads="1"/>
          </p:cNvSpPr>
          <p:nvPr>
            <p:ph type="title"/>
          </p:nvPr>
        </p:nvSpPr>
        <p:spPr/>
        <p:txBody>
          <a:bodyPr rtlCol="0">
            <a:normAutofit fontScale="90000"/>
          </a:bodyPr>
          <a:lstStyle/>
          <a:p>
            <a:pPr eaLnBrk="1" hangingPunct="1">
              <a:defRPr/>
            </a:pPr>
            <a:r>
              <a:rPr lang="en-US" dirty="0"/>
              <a:t>Step 3−Desk-Checking the Algorithm (cont’d.)</a:t>
            </a:r>
          </a:p>
        </p:txBody>
      </p:sp>
      <p:sp>
        <p:nvSpPr>
          <p:cNvPr id="55299" name="TextBox 5">
            <a:extLst>
              <a:ext uri="{FF2B5EF4-FFF2-40B4-BE49-F238E27FC236}">
                <a16:creationId xmlns:a16="http://schemas.microsoft.com/office/drawing/2014/main" id="{7EA0B86C-5C29-4D6E-95B8-1FBD8400D754}"/>
              </a:ext>
            </a:extLst>
          </p:cNvPr>
          <p:cNvSpPr txBox="1">
            <a:spLocks noChangeArrowheads="1"/>
          </p:cNvSpPr>
          <p:nvPr/>
        </p:nvSpPr>
        <p:spPr bwMode="auto">
          <a:xfrm>
            <a:off x="1371600" y="3733800"/>
            <a:ext cx="6400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2-17 Manual cost calculation for</a:t>
            </a:r>
          </a:p>
          <a:p>
            <a:pPr algn="ctr" eaLnBrk="1" hangingPunct="1">
              <a:spcBef>
                <a:spcPct val="0"/>
              </a:spcBef>
              <a:buFontTx/>
              <a:buNone/>
            </a:pPr>
            <a:r>
              <a:rPr lang="en-US" altLang="en-US" sz="1800">
                <a:solidFill>
                  <a:schemeClr val="tx1"/>
                </a:solidFill>
                <a:latin typeface="Arial" panose="020B0604020202020204" pitchFamily="34" charset="0"/>
              </a:rPr>
              <a:t>the second desk-check</a:t>
            </a:r>
          </a:p>
        </p:txBody>
      </p:sp>
      <p:sp>
        <p:nvSpPr>
          <p:cNvPr id="55300" name="Slide Number Placeholder 5">
            <a:extLst>
              <a:ext uri="{FF2B5EF4-FFF2-40B4-BE49-F238E27FC236}">
                <a16:creationId xmlns:a16="http://schemas.microsoft.com/office/drawing/2014/main" id="{A9904909-ED66-4426-9209-541585A527D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C2C7943-17F2-4A4A-A071-0252B63A65F2}" type="slidenum">
              <a:rPr lang="en-US" altLang="en-US" sz="1400" smtClean="0">
                <a:solidFill>
                  <a:schemeClr val="tx1"/>
                </a:solidFill>
                <a:latin typeface="Arial" panose="020B0604020202020204" pitchFamily="34" charset="0"/>
              </a:rPr>
              <a:pPr>
                <a:spcBef>
                  <a:spcPct val="0"/>
                </a:spcBef>
                <a:buFontTx/>
                <a:buNone/>
              </a:pPr>
              <a:t>25</a:t>
            </a:fld>
            <a:endParaRPr lang="en-US" altLang="en-US" sz="1400">
              <a:solidFill>
                <a:schemeClr val="tx1"/>
              </a:solidFill>
              <a:latin typeface="Arial" panose="020B0604020202020204" pitchFamily="34" charset="0"/>
            </a:endParaRPr>
          </a:p>
        </p:txBody>
      </p:sp>
      <p:sp>
        <p:nvSpPr>
          <p:cNvPr id="55301" name="Footer Placeholder 6">
            <a:extLst>
              <a:ext uri="{FF2B5EF4-FFF2-40B4-BE49-F238E27FC236}">
                <a16:creationId xmlns:a16="http://schemas.microsoft.com/office/drawing/2014/main" id="{678C8CA0-EC4D-4915-9DCB-3FBC6E5F28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55302" name="Picture 7">
            <a:extLst>
              <a:ext uri="{FF2B5EF4-FFF2-40B4-BE49-F238E27FC236}">
                <a16:creationId xmlns:a16="http://schemas.microsoft.com/office/drawing/2014/main" id="{547BB86B-9153-43BF-8164-D69D6194DBD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828800"/>
            <a:ext cx="279876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Box 6">
            <a:extLst>
              <a:ext uri="{FF2B5EF4-FFF2-40B4-BE49-F238E27FC236}">
                <a16:creationId xmlns:a16="http://schemas.microsoft.com/office/drawing/2014/main" id="{F8A5E0D3-4925-433B-BEF3-E8AC5843D077}"/>
              </a:ext>
            </a:extLst>
          </p:cNvPr>
          <p:cNvSpPr txBox="1">
            <a:spLocks noChangeArrowheads="1"/>
          </p:cNvSpPr>
          <p:nvPr/>
        </p:nvSpPr>
        <p:spPr bwMode="auto">
          <a:xfrm>
            <a:off x="1371600" y="4038600"/>
            <a:ext cx="6477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2-19 Value of the second desk-check’s</a:t>
            </a:r>
          </a:p>
          <a:p>
            <a:pPr algn="ctr" eaLnBrk="1" hangingPunct="1">
              <a:spcBef>
                <a:spcPct val="0"/>
              </a:spcBef>
              <a:buFontTx/>
              <a:buNone/>
            </a:pPr>
            <a:r>
              <a:rPr lang="en-US" altLang="en-US" sz="1800">
                <a:solidFill>
                  <a:schemeClr val="tx1"/>
                </a:solidFill>
                <a:latin typeface="Arial" panose="020B0604020202020204" pitchFamily="34" charset="0"/>
              </a:rPr>
              <a:t>processing item entered in the desk-check table</a:t>
            </a:r>
          </a:p>
        </p:txBody>
      </p:sp>
      <p:sp>
        <p:nvSpPr>
          <p:cNvPr id="57347" name="TextBox 9">
            <a:extLst>
              <a:ext uri="{FF2B5EF4-FFF2-40B4-BE49-F238E27FC236}">
                <a16:creationId xmlns:a16="http://schemas.microsoft.com/office/drawing/2014/main" id="{DBA4088B-8916-4159-8615-EAEA168A5923}"/>
              </a:ext>
            </a:extLst>
          </p:cNvPr>
          <p:cNvSpPr txBox="1">
            <a:spLocks noChangeArrowheads="1"/>
          </p:cNvSpPr>
          <p:nvPr/>
        </p:nvSpPr>
        <p:spPr bwMode="auto">
          <a:xfrm>
            <a:off x="1600200" y="5638800"/>
            <a:ext cx="6019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2-20 Value of the second desk-check’s</a:t>
            </a:r>
          </a:p>
          <a:p>
            <a:pPr algn="ctr" eaLnBrk="1" hangingPunct="1">
              <a:spcBef>
                <a:spcPct val="0"/>
              </a:spcBef>
              <a:buFontTx/>
              <a:buNone/>
            </a:pPr>
            <a:r>
              <a:rPr lang="en-US" altLang="en-US" sz="1800">
                <a:solidFill>
                  <a:schemeClr val="tx1"/>
                </a:solidFill>
                <a:latin typeface="Arial" panose="020B0604020202020204" pitchFamily="34" charset="0"/>
              </a:rPr>
              <a:t>output item entered in the desk-check table</a:t>
            </a:r>
          </a:p>
        </p:txBody>
      </p:sp>
      <p:sp>
        <p:nvSpPr>
          <p:cNvPr id="57348" name="TextBox 10">
            <a:extLst>
              <a:ext uri="{FF2B5EF4-FFF2-40B4-BE49-F238E27FC236}">
                <a16:creationId xmlns:a16="http://schemas.microsoft.com/office/drawing/2014/main" id="{726580C3-EB26-4767-851B-35E535E9F042}"/>
              </a:ext>
            </a:extLst>
          </p:cNvPr>
          <p:cNvSpPr txBox="1">
            <a:spLocks noChangeArrowheads="1"/>
          </p:cNvSpPr>
          <p:nvPr/>
        </p:nvSpPr>
        <p:spPr bwMode="auto">
          <a:xfrm>
            <a:off x="1066800" y="2381250"/>
            <a:ext cx="7391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2-18 Second set of input values</a:t>
            </a:r>
          </a:p>
          <a:p>
            <a:pPr algn="ctr" eaLnBrk="1" hangingPunct="1">
              <a:spcBef>
                <a:spcPct val="0"/>
              </a:spcBef>
              <a:buFontTx/>
              <a:buNone/>
            </a:pPr>
            <a:r>
              <a:rPr lang="en-US" altLang="en-US" sz="1800">
                <a:solidFill>
                  <a:schemeClr val="tx1"/>
                </a:solidFill>
                <a:latin typeface="Arial" panose="020B0604020202020204" pitchFamily="34" charset="0"/>
              </a:rPr>
              <a:t>entered in the desk-check table</a:t>
            </a:r>
          </a:p>
        </p:txBody>
      </p:sp>
      <p:sp>
        <p:nvSpPr>
          <p:cNvPr id="57349" name="Slide Number Placeholder 8">
            <a:extLst>
              <a:ext uri="{FF2B5EF4-FFF2-40B4-BE49-F238E27FC236}">
                <a16:creationId xmlns:a16="http://schemas.microsoft.com/office/drawing/2014/main" id="{D1BA6141-1E70-4246-B066-2BE0F309921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D78A343-9F94-4920-800A-A707F081DC9C}" type="slidenum">
              <a:rPr lang="en-US" altLang="en-US" sz="1400" smtClean="0">
                <a:solidFill>
                  <a:schemeClr val="tx1"/>
                </a:solidFill>
                <a:latin typeface="Arial" panose="020B0604020202020204" pitchFamily="34" charset="0"/>
              </a:rPr>
              <a:pPr>
                <a:spcBef>
                  <a:spcPct val="0"/>
                </a:spcBef>
                <a:buFontTx/>
                <a:buNone/>
              </a:pPr>
              <a:t>26</a:t>
            </a:fld>
            <a:endParaRPr lang="en-US" altLang="en-US" sz="1400">
              <a:solidFill>
                <a:schemeClr val="tx1"/>
              </a:solidFill>
              <a:latin typeface="Arial" panose="020B0604020202020204" pitchFamily="34" charset="0"/>
            </a:endParaRPr>
          </a:p>
        </p:txBody>
      </p:sp>
      <p:sp>
        <p:nvSpPr>
          <p:cNvPr id="57350" name="Footer Placeholder 9">
            <a:extLst>
              <a:ext uri="{FF2B5EF4-FFF2-40B4-BE49-F238E27FC236}">
                <a16:creationId xmlns:a16="http://schemas.microsoft.com/office/drawing/2014/main" id="{AA8D166B-6435-43A1-85DD-A4324134900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0" name="Rectangle 2">
            <a:extLst>
              <a:ext uri="{FF2B5EF4-FFF2-40B4-BE49-F238E27FC236}">
                <a16:creationId xmlns:a16="http://schemas.microsoft.com/office/drawing/2014/main" id="{C21AD248-3B9A-42D7-BD28-675A1F79FBF3}"/>
              </a:ext>
            </a:extLst>
          </p:cNvPr>
          <p:cNvSpPr>
            <a:spLocks noGrp="1" noChangeArrowheads="1"/>
          </p:cNvSpPr>
          <p:nvPr>
            <p:ph type="title"/>
          </p:nvPr>
        </p:nvSpPr>
        <p:spPr/>
        <p:txBody>
          <a:bodyPr rtlCol="0">
            <a:normAutofit fontScale="90000"/>
          </a:bodyPr>
          <a:lstStyle/>
          <a:p>
            <a:pPr eaLnBrk="1" hangingPunct="1">
              <a:defRPr/>
            </a:pPr>
            <a:r>
              <a:rPr lang="en-US" dirty="0"/>
              <a:t>Step 3−Desk-Checking the Algorithm (cont’d.)</a:t>
            </a:r>
          </a:p>
        </p:txBody>
      </p:sp>
      <p:pic>
        <p:nvPicPr>
          <p:cNvPr id="57352" name="Picture 11">
            <a:extLst>
              <a:ext uri="{FF2B5EF4-FFF2-40B4-BE49-F238E27FC236}">
                <a16:creationId xmlns:a16="http://schemas.microsoft.com/office/drawing/2014/main" id="{A76833AC-99EA-4E53-A94C-07F2518AC52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447800"/>
            <a:ext cx="63166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3" name="Picture 12">
            <a:extLst>
              <a:ext uri="{FF2B5EF4-FFF2-40B4-BE49-F238E27FC236}">
                <a16:creationId xmlns:a16="http://schemas.microsoft.com/office/drawing/2014/main" id="{B60CE3A5-6AE8-493A-9671-F39FC30483B2}"/>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276600"/>
            <a:ext cx="63166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4" name="Picture 13">
            <a:extLst>
              <a:ext uri="{FF2B5EF4-FFF2-40B4-BE49-F238E27FC236}">
                <a16:creationId xmlns:a16="http://schemas.microsoft.com/office/drawing/2014/main" id="{70B3EDFB-4284-4855-B92C-FA08D09681F4}"/>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876800"/>
            <a:ext cx="62865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CB1F31ED-1185-4D07-ADA9-BD20BF0017BD}"/>
              </a:ext>
            </a:extLst>
          </p:cNvPr>
          <p:cNvSpPr>
            <a:spLocks noGrp="1" noChangeArrowheads="1"/>
          </p:cNvSpPr>
          <p:nvPr>
            <p:ph idx="1"/>
          </p:nvPr>
        </p:nvSpPr>
        <p:spPr/>
        <p:txBody>
          <a:bodyPr/>
          <a:lstStyle/>
          <a:p>
            <a:pPr eaLnBrk="1" hangingPunct="1"/>
            <a:r>
              <a:rPr lang="en-US" altLang="en-US" b="1">
                <a:ea typeface="ＭＳ Ｐゴシック" panose="020B0600070205080204" pitchFamily="34" charset="-128"/>
              </a:rPr>
              <a:t>Valid data</a:t>
            </a:r>
            <a:r>
              <a:rPr lang="en-US" altLang="en-US">
                <a:ea typeface="ＭＳ Ｐゴシック" panose="020B0600070205080204" pitchFamily="34" charset="-128"/>
              </a:rPr>
              <a:t>: data that the algorithm is expecting the user to enter</a:t>
            </a:r>
          </a:p>
          <a:p>
            <a:pPr eaLnBrk="1" hangingPunct="1"/>
            <a:r>
              <a:rPr lang="en-US" altLang="en-US" b="1">
                <a:ea typeface="ＭＳ Ｐゴシック" panose="020B0600070205080204" pitchFamily="34" charset="-128"/>
              </a:rPr>
              <a:t>Invalid data</a:t>
            </a:r>
            <a:r>
              <a:rPr lang="en-US" altLang="en-US">
                <a:ea typeface="ＭＳ Ｐゴシック" panose="020B0600070205080204" pitchFamily="34" charset="-128"/>
              </a:rPr>
              <a:t>:</a:t>
            </a:r>
            <a:r>
              <a:rPr lang="en-US" altLang="en-US" b="1">
                <a:ea typeface="ＭＳ Ｐゴシック" panose="020B0600070205080204" pitchFamily="34" charset="-128"/>
              </a:rPr>
              <a:t> </a:t>
            </a:r>
            <a:r>
              <a:rPr lang="en-US" altLang="en-US">
                <a:ea typeface="ＭＳ Ｐゴシック" panose="020B0600070205080204" pitchFamily="34" charset="-128"/>
              </a:rPr>
              <a:t>data that the algorithm is not expecting the user to enter</a:t>
            </a:r>
          </a:p>
          <a:p>
            <a:pPr eaLnBrk="1" hangingPunct="1"/>
            <a:r>
              <a:rPr lang="en-US" altLang="en-US">
                <a:ea typeface="ＭＳ Ｐゴシック" panose="020B0600070205080204" pitchFamily="34" charset="-128"/>
              </a:rPr>
              <a:t>You should test an algorithm with invalid data</a:t>
            </a:r>
          </a:p>
          <a:p>
            <a:pPr lvl="1" eaLnBrk="1" hangingPunct="1"/>
            <a:r>
              <a:rPr lang="en-US" altLang="en-US">
                <a:ea typeface="ＭＳ Ｐゴシック" panose="020B0600070205080204" pitchFamily="34" charset="-128"/>
              </a:rPr>
              <a:t>Users may make mistakes when entering data</a:t>
            </a:r>
          </a:p>
          <a:p>
            <a:pPr eaLnBrk="1" hangingPunct="1"/>
            <a:endParaRPr lang="en-US" altLang="en-US">
              <a:ea typeface="ＭＳ Ｐゴシック" panose="020B0600070205080204" pitchFamily="34" charset="-128"/>
            </a:endParaRPr>
          </a:p>
        </p:txBody>
      </p:sp>
      <p:sp>
        <p:nvSpPr>
          <p:cNvPr id="29699" name="Rectangle 2">
            <a:extLst>
              <a:ext uri="{FF2B5EF4-FFF2-40B4-BE49-F238E27FC236}">
                <a16:creationId xmlns:a16="http://schemas.microsoft.com/office/drawing/2014/main" id="{757DF213-AD59-4885-8148-E372F8EC01C6}"/>
              </a:ext>
            </a:extLst>
          </p:cNvPr>
          <p:cNvSpPr>
            <a:spLocks noGrp="1" noChangeArrowheads="1"/>
          </p:cNvSpPr>
          <p:nvPr>
            <p:ph type="title"/>
          </p:nvPr>
        </p:nvSpPr>
        <p:spPr/>
        <p:txBody>
          <a:bodyPr rtlCol="0">
            <a:normAutofit fontScale="90000"/>
          </a:bodyPr>
          <a:lstStyle/>
          <a:p>
            <a:pPr eaLnBrk="1" hangingPunct="1">
              <a:defRPr/>
            </a:pPr>
            <a:r>
              <a:rPr lang="en-US"/>
              <a:t>Step 3−Desk-Checking the Algorithm (cont’d.)</a:t>
            </a:r>
          </a:p>
        </p:txBody>
      </p:sp>
      <p:sp>
        <p:nvSpPr>
          <p:cNvPr id="59396" name="Slide Number Placeholder 4">
            <a:extLst>
              <a:ext uri="{FF2B5EF4-FFF2-40B4-BE49-F238E27FC236}">
                <a16:creationId xmlns:a16="http://schemas.microsoft.com/office/drawing/2014/main" id="{4C81ED7F-A24D-4959-8AE4-469E4D8144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C67AD8A-A1D9-42AA-B55A-F3A05FDF7395}" type="slidenum">
              <a:rPr lang="en-US" altLang="en-US" sz="1400" smtClean="0">
                <a:solidFill>
                  <a:schemeClr val="tx1"/>
                </a:solidFill>
                <a:latin typeface="Arial" panose="020B0604020202020204" pitchFamily="34" charset="0"/>
              </a:rPr>
              <a:pPr>
                <a:spcBef>
                  <a:spcPct val="0"/>
                </a:spcBef>
                <a:buFontTx/>
                <a:buNone/>
              </a:pPr>
              <a:t>27</a:t>
            </a:fld>
            <a:endParaRPr lang="en-US" altLang="en-US" sz="1400">
              <a:solidFill>
                <a:schemeClr val="tx1"/>
              </a:solidFill>
              <a:latin typeface="Arial" panose="020B0604020202020204" pitchFamily="34" charset="0"/>
            </a:endParaRPr>
          </a:p>
        </p:txBody>
      </p:sp>
      <p:sp>
        <p:nvSpPr>
          <p:cNvPr id="59397" name="Footer Placeholder 5">
            <a:extLst>
              <a:ext uri="{FF2B5EF4-FFF2-40B4-BE49-F238E27FC236}">
                <a16:creationId xmlns:a16="http://schemas.microsoft.com/office/drawing/2014/main" id="{48F6E6F3-ECE0-4F06-820D-981FE0CE088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0CE3CAA-B780-40A7-8ABC-4F55EA30F50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Gas Mileage Problem</a:t>
            </a:r>
          </a:p>
        </p:txBody>
      </p:sp>
      <p:sp>
        <p:nvSpPr>
          <p:cNvPr id="61443" name="TextBox 9">
            <a:extLst>
              <a:ext uri="{FF2B5EF4-FFF2-40B4-BE49-F238E27FC236}">
                <a16:creationId xmlns:a16="http://schemas.microsoft.com/office/drawing/2014/main" id="{D4A79992-4AEE-40D6-82E5-F1DF137124DB}"/>
              </a:ext>
            </a:extLst>
          </p:cNvPr>
          <p:cNvSpPr txBox="1">
            <a:spLocks noChangeArrowheads="1"/>
          </p:cNvSpPr>
          <p:nvPr/>
        </p:nvSpPr>
        <p:spPr bwMode="auto">
          <a:xfrm>
            <a:off x="1066800" y="4114800"/>
            <a:ext cx="739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rPr>
              <a:t>Figure 2-21 Problem specification for the gas mileage problem</a:t>
            </a:r>
          </a:p>
        </p:txBody>
      </p:sp>
      <p:sp>
        <p:nvSpPr>
          <p:cNvPr id="61444" name="Slide Number Placeholder 5">
            <a:extLst>
              <a:ext uri="{FF2B5EF4-FFF2-40B4-BE49-F238E27FC236}">
                <a16:creationId xmlns:a16="http://schemas.microsoft.com/office/drawing/2014/main" id="{6EBC8336-D7EC-4355-BBAB-0898ED3680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EC9135F-4E6D-4E73-9BEA-A7E189E2BDCA}" type="slidenum">
              <a:rPr lang="en-US" altLang="en-US" sz="1400" smtClean="0">
                <a:solidFill>
                  <a:schemeClr val="tx1"/>
                </a:solidFill>
                <a:latin typeface="Arial" panose="020B0604020202020204" pitchFamily="34" charset="0"/>
              </a:rPr>
              <a:pPr>
                <a:spcBef>
                  <a:spcPct val="0"/>
                </a:spcBef>
                <a:buFontTx/>
                <a:buNone/>
              </a:pPr>
              <a:t>28</a:t>
            </a:fld>
            <a:endParaRPr lang="en-US" altLang="en-US" sz="1400">
              <a:solidFill>
                <a:schemeClr val="tx1"/>
              </a:solidFill>
              <a:latin typeface="Arial" panose="020B0604020202020204" pitchFamily="34" charset="0"/>
            </a:endParaRPr>
          </a:p>
        </p:txBody>
      </p:sp>
      <p:sp>
        <p:nvSpPr>
          <p:cNvPr id="61445" name="Footer Placeholder 6">
            <a:extLst>
              <a:ext uri="{FF2B5EF4-FFF2-40B4-BE49-F238E27FC236}">
                <a16:creationId xmlns:a16="http://schemas.microsoft.com/office/drawing/2014/main" id="{4A6E0082-DDF1-4638-842C-50DC0FBEB29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61446" name="Picture 7">
            <a:extLst>
              <a:ext uri="{FF2B5EF4-FFF2-40B4-BE49-F238E27FC236}">
                <a16:creationId xmlns:a16="http://schemas.microsoft.com/office/drawing/2014/main" id="{2474340C-1BF6-4550-9A91-9CADE544ABE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514600"/>
            <a:ext cx="76962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FE45654-306D-49EB-977A-2E459F738B5A}"/>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Gas Mileage Problem (cont’d.)</a:t>
            </a:r>
          </a:p>
        </p:txBody>
      </p:sp>
      <p:sp>
        <p:nvSpPr>
          <p:cNvPr id="63491" name="Rectangle 3">
            <a:extLst>
              <a:ext uri="{FF2B5EF4-FFF2-40B4-BE49-F238E27FC236}">
                <a16:creationId xmlns:a16="http://schemas.microsoft.com/office/drawing/2014/main" id="{A44A059A-359F-4F6C-A2BD-58DD370313EC}"/>
              </a:ext>
            </a:extLst>
          </p:cNvPr>
          <p:cNvSpPr txBox="1">
            <a:spLocks noChangeArrowheads="1"/>
          </p:cNvSpPr>
          <p:nvPr/>
        </p:nvSpPr>
        <p:spPr bwMode="auto">
          <a:xfrm>
            <a:off x="533400" y="1676400"/>
            <a:ext cx="8077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a:latin typeface="Arial" panose="020B0604020202020204" pitchFamily="34" charset="0"/>
              </a:rPr>
              <a:t>Plan the algorithm with an IPO chart</a:t>
            </a:r>
          </a:p>
        </p:txBody>
      </p:sp>
      <p:sp>
        <p:nvSpPr>
          <p:cNvPr id="63492" name="TextBox 9">
            <a:extLst>
              <a:ext uri="{FF2B5EF4-FFF2-40B4-BE49-F238E27FC236}">
                <a16:creationId xmlns:a16="http://schemas.microsoft.com/office/drawing/2014/main" id="{D5F30555-B775-4C57-A3C2-8DB0F63EC5AA}"/>
              </a:ext>
            </a:extLst>
          </p:cNvPr>
          <p:cNvSpPr txBox="1">
            <a:spLocks noChangeArrowheads="1"/>
          </p:cNvSpPr>
          <p:nvPr/>
        </p:nvSpPr>
        <p:spPr bwMode="auto">
          <a:xfrm>
            <a:off x="1905000" y="4800600"/>
            <a:ext cx="533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2-22 IPO chart for the gas mileage problem</a:t>
            </a:r>
          </a:p>
        </p:txBody>
      </p:sp>
      <p:sp>
        <p:nvSpPr>
          <p:cNvPr id="63493" name="Slide Number Placeholder 6">
            <a:extLst>
              <a:ext uri="{FF2B5EF4-FFF2-40B4-BE49-F238E27FC236}">
                <a16:creationId xmlns:a16="http://schemas.microsoft.com/office/drawing/2014/main" id="{F85FB709-C2A7-4811-8708-F2013EC6CE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29526C5C-64D5-4B75-9D34-E548EF593F14}" type="slidenum">
              <a:rPr lang="en-US" altLang="en-US" sz="1400" smtClean="0">
                <a:solidFill>
                  <a:schemeClr val="tx1"/>
                </a:solidFill>
                <a:latin typeface="Arial" panose="020B0604020202020204" pitchFamily="34" charset="0"/>
              </a:rPr>
              <a:pPr>
                <a:spcBef>
                  <a:spcPct val="0"/>
                </a:spcBef>
                <a:buFontTx/>
                <a:buNone/>
              </a:pPr>
              <a:t>29</a:t>
            </a:fld>
            <a:endParaRPr lang="en-US" altLang="en-US" sz="1400">
              <a:solidFill>
                <a:schemeClr val="tx1"/>
              </a:solidFill>
              <a:latin typeface="Arial" panose="020B0604020202020204" pitchFamily="34" charset="0"/>
            </a:endParaRPr>
          </a:p>
        </p:txBody>
      </p:sp>
      <p:sp>
        <p:nvSpPr>
          <p:cNvPr id="63494" name="Footer Placeholder 7">
            <a:extLst>
              <a:ext uri="{FF2B5EF4-FFF2-40B4-BE49-F238E27FC236}">
                <a16:creationId xmlns:a16="http://schemas.microsoft.com/office/drawing/2014/main" id="{26E6D329-15D9-45AF-932F-18F9853BF3F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63495" name="Picture 8">
            <a:extLst>
              <a:ext uri="{FF2B5EF4-FFF2-40B4-BE49-F238E27FC236}">
                <a16:creationId xmlns:a16="http://schemas.microsoft.com/office/drawing/2014/main" id="{590CB4D9-C18C-45CB-9BA5-9E8039C2127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38363"/>
            <a:ext cx="746760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10">
            <a:extLst>
              <a:ext uri="{FF2B5EF4-FFF2-40B4-BE49-F238E27FC236}">
                <a16:creationId xmlns:a16="http://schemas.microsoft.com/office/drawing/2014/main" id="{2A271339-6B8C-4D61-A6C4-2082BCF8C508}"/>
              </a:ext>
            </a:extLst>
          </p:cNvPr>
          <p:cNvSpPr>
            <a:spLocks noGrp="1"/>
          </p:cNvSpPr>
          <p:nvPr>
            <p:ph idx="1"/>
          </p:nvPr>
        </p:nvSpPr>
        <p:spPr/>
        <p:txBody>
          <a:bodyPr/>
          <a:lstStyle/>
          <a:p>
            <a:pPr eaLnBrk="1" hangingPunct="1"/>
            <a:r>
              <a:rPr lang="en-US" altLang="en-US">
                <a:ea typeface="ＭＳ Ｐゴシック" panose="020B0600070205080204" pitchFamily="34" charset="-128"/>
              </a:rPr>
              <a:t>Then desk-check the algorithm</a:t>
            </a:r>
          </a:p>
          <a:p>
            <a:pPr eaLnBrk="1" hangingPunct="1"/>
            <a:endParaRPr lang="en-US" altLang="en-US">
              <a:ea typeface="ＭＳ Ｐゴシック" panose="020B0600070205080204" pitchFamily="34" charset="-128"/>
            </a:endParaRPr>
          </a:p>
        </p:txBody>
      </p:sp>
      <p:sp>
        <p:nvSpPr>
          <p:cNvPr id="65539" name="Rectangle 2">
            <a:extLst>
              <a:ext uri="{FF2B5EF4-FFF2-40B4-BE49-F238E27FC236}">
                <a16:creationId xmlns:a16="http://schemas.microsoft.com/office/drawing/2014/main" id="{55DA6009-49CE-4E21-818F-E0F5D53E3C5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Gas Mileage Problem (cont’d.)</a:t>
            </a:r>
          </a:p>
        </p:txBody>
      </p:sp>
      <p:sp>
        <p:nvSpPr>
          <p:cNvPr id="65540" name="Rectangle 3">
            <a:extLst>
              <a:ext uri="{FF2B5EF4-FFF2-40B4-BE49-F238E27FC236}">
                <a16:creationId xmlns:a16="http://schemas.microsoft.com/office/drawing/2014/main" id="{C033B634-BFED-4093-9B08-37B13F5E8F10}"/>
              </a:ext>
              <a:ext uri="{C183D7F6-B498-43B3-948B-1728B52AA6E4}">
                <adec:decorative xmlns:adec="http://schemas.microsoft.com/office/drawing/2017/decorative" val="1"/>
              </a:ext>
            </a:extLst>
          </p:cNvPr>
          <p:cNvSpPr txBox="1">
            <a:spLocks noChangeArrowheads="1"/>
          </p:cNvSpPr>
          <p:nvPr/>
        </p:nvSpPr>
        <p:spPr bwMode="auto">
          <a:xfrm>
            <a:off x="685800" y="1524000"/>
            <a:ext cx="5486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latin typeface="Arial" panose="020B0604020202020204" pitchFamily="34" charset="0"/>
            </a:endParaRPr>
          </a:p>
        </p:txBody>
      </p:sp>
      <p:sp>
        <p:nvSpPr>
          <p:cNvPr id="65541" name="TextBox 12">
            <a:extLst>
              <a:ext uri="{FF2B5EF4-FFF2-40B4-BE49-F238E27FC236}">
                <a16:creationId xmlns:a16="http://schemas.microsoft.com/office/drawing/2014/main" id="{A8B33F33-6CCA-4E5F-B0E5-7D6EBF50F84D}"/>
              </a:ext>
            </a:extLst>
          </p:cNvPr>
          <p:cNvSpPr txBox="1">
            <a:spLocks noChangeArrowheads="1"/>
          </p:cNvSpPr>
          <p:nvPr/>
        </p:nvSpPr>
        <p:spPr bwMode="auto">
          <a:xfrm>
            <a:off x="1600200" y="4343400"/>
            <a:ext cx="609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2-23 Desk-check table for the gas mileage problem</a:t>
            </a:r>
          </a:p>
        </p:txBody>
      </p:sp>
      <p:sp>
        <p:nvSpPr>
          <p:cNvPr id="65542" name="Slide Number Placeholder 7">
            <a:extLst>
              <a:ext uri="{FF2B5EF4-FFF2-40B4-BE49-F238E27FC236}">
                <a16:creationId xmlns:a16="http://schemas.microsoft.com/office/drawing/2014/main" id="{A9741F94-8FE2-4256-9256-4E649ED5B82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98777DDC-64D9-4499-A0D2-08C4D60F3108}" type="slidenum">
              <a:rPr lang="en-US" altLang="en-US" sz="1400" smtClean="0">
                <a:solidFill>
                  <a:schemeClr val="tx1"/>
                </a:solidFill>
                <a:latin typeface="Arial" panose="020B0604020202020204" pitchFamily="34" charset="0"/>
              </a:rPr>
              <a:pPr>
                <a:spcBef>
                  <a:spcPct val="0"/>
                </a:spcBef>
                <a:buFontTx/>
                <a:buNone/>
              </a:pPr>
              <a:t>30</a:t>
            </a:fld>
            <a:endParaRPr lang="en-US" altLang="en-US" sz="1400">
              <a:solidFill>
                <a:schemeClr val="tx1"/>
              </a:solidFill>
              <a:latin typeface="Arial" panose="020B0604020202020204" pitchFamily="34" charset="0"/>
            </a:endParaRPr>
          </a:p>
        </p:txBody>
      </p:sp>
      <p:sp>
        <p:nvSpPr>
          <p:cNvPr id="65543" name="Footer Placeholder 8">
            <a:extLst>
              <a:ext uri="{FF2B5EF4-FFF2-40B4-BE49-F238E27FC236}">
                <a16:creationId xmlns:a16="http://schemas.microsoft.com/office/drawing/2014/main" id="{564B476A-E9EF-4982-8208-CF2390FFBC6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65544" name="Picture 9">
            <a:extLst>
              <a:ext uri="{FF2B5EF4-FFF2-40B4-BE49-F238E27FC236}">
                <a16:creationId xmlns:a16="http://schemas.microsoft.com/office/drawing/2014/main" id="{8D1AD8EC-CF4B-4A2D-AE66-ED650B3E1A9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38" y="2852738"/>
            <a:ext cx="74771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9D42E37B-6424-4064-9F5E-4FA3934EF8B0}"/>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Problem solving typically involves analyzing the problem and then planning, reviewing, implementing, evaluating, and modifying (if necessary) the solution</a:t>
            </a:r>
          </a:p>
          <a:p>
            <a:pPr eaLnBrk="1" hangingPunct="1"/>
            <a:r>
              <a:rPr lang="en-US" altLang="en-US">
                <a:ea typeface="ＭＳ Ｐゴシック" panose="020B0600070205080204" pitchFamily="34" charset="-128"/>
              </a:rPr>
              <a:t>Programmers use tools (IPO charts, pseudocode, flowcharts) to help them analyze problems and develop algorithms</a:t>
            </a:r>
          </a:p>
          <a:p>
            <a:pPr eaLnBrk="1" hangingPunct="1"/>
            <a:r>
              <a:rPr lang="en-US" altLang="en-US">
                <a:ea typeface="ＭＳ Ｐゴシック" panose="020B0600070205080204" pitchFamily="34" charset="-128"/>
              </a:rPr>
              <a:t>The first step in problem solving is to analyze the problem</a:t>
            </a:r>
          </a:p>
          <a:p>
            <a:pPr lvl="1" eaLnBrk="1" hangingPunct="1"/>
            <a:r>
              <a:rPr lang="en-US" altLang="en-US">
                <a:ea typeface="ＭＳ Ｐゴシック" panose="020B0600070205080204" pitchFamily="34" charset="-128"/>
              </a:rPr>
              <a:t>First determine the output and then the input</a:t>
            </a:r>
          </a:p>
        </p:txBody>
      </p:sp>
      <p:sp>
        <p:nvSpPr>
          <p:cNvPr id="67587" name="Rectangle 2">
            <a:extLst>
              <a:ext uri="{FF2B5EF4-FFF2-40B4-BE49-F238E27FC236}">
                <a16:creationId xmlns:a16="http://schemas.microsoft.com/office/drawing/2014/main" id="{543CD65F-0942-481A-AEC1-5EC4321CEE5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Summary</a:t>
            </a:r>
          </a:p>
        </p:txBody>
      </p:sp>
      <p:sp>
        <p:nvSpPr>
          <p:cNvPr id="67588" name="Slide Number Placeholder 4">
            <a:extLst>
              <a:ext uri="{FF2B5EF4-FFF2-40B4-BE49-F238E27FC236}">
                <a16:creationId xmlns:a16="http://schemas.microsoft.com/office/drawing/2014/main" id="{BAAC4DE5-4765-4576-BF37-8015C78AA53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2FF82534-AB84-40CA-ACEE-1F18FF6A6D38}" type="slidenum">
              <a:rPr lang="en-US" altLang="en-US" sz="1400" smtClean="0">
                <a:solidFill>
                  <a:schemeClr val="tx1"/>
                </a:solidFill>
                <a:latin typeface="Arial" panose="020B0604020202020204" pitchFamily="34" charset="0"/>
              </a:rPr>
              <a:pPr>
                <a:spcBef>
                  <a:spcPct val="0"/>
                </a:spcBef>
                <a:buFontTx/>
                <a:buNone/>
              </a:pPr>
              <a:t>31</a:t>
            </a:fld>
            <a:endParaRPr lang="en-US" altLang="en-US" sz="1400">
              <a:solidFill>
                <a:schemeClr val="tx1"/>
              </a:solidFill>
              <a:latin typeface="Arial" panose="020B0604020202020204" pitchFamily="34" charset="0"/>
            </a:endParaRPr>
          </a:p>
        </p:txBody>
      </p:sp>
      <p:sp>
        <p:nvSpPr>
          <p:cNvPr id="67589" name="Footer Placeholder 5">
            <a:extLst>
              <a:ext uri="{FF2B5EF4-FFF2-40B4-BE49-F238E27FC236}">
                <a16:creationId xmlns:a16="http://schemas.microsoft.com/office/drawing/2014/main" id="{71FA3C10-B54B-4EF4-B8BE-6182B32D4F0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3E116156-F154-4B75-B5B4-BCD68FA1D712}"/>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The second step is to plan the algorithm</a:t>
            </a:r>
          </a:p>
          <a:p>
            <a:pPr lvl="1" eaLnBrk="1" hangingPunct="1"/>
            <a:r>
              <a:rPr lang="en-US" altLang="en-US">
                <a:ea typeface="ＭＳ Ｐゴシック" panose="020B0600070205080204" pitchFamily="34" charset="-128"/>
              </a:rPr>
              <a:t>Write the steps that will transform the input into the output</a:t>
            </a:r>
          </a:p>
          <a:p>
            <a:pPr lvl="1" eaLnBrk="1" hangingPunct="1"/>
            <a:r>
              <a:rPr lang="en-US" altLang="en-US">
                <a:ea typeface="ＭＳ Ｐゴシック" panose="020B0600070205080204" pitchFamily="34" charset="-128"/>
              </a:rPr>
              <a:t>Most algorithms begin with entering input data, then processing the data, then displaying the output</a:t>
            </a:r>
          </a:p>
          <a:p>
            <a:pPr eaLnBrk="1" hangingPunct="1"/>
            <a:r>
              <a:rPr lang="en-US" altLang="en-US">
                <a:ea typeface="ＭＳ Ｐゴシック" panose="020B0600070205080204" pitchFamily="34" charset="-128"/>
              </a:rPr>
              <a:t>The third step is to desk-check the algorithm</a:t>
            </a:r>
          </a:p>
          <a:p>
            <a:pPr lvl="1" eaLnBrk="1" hangingPunct="1"/>
            <a:r>
              <a:rPr lang="en-US" altLang="en-US">
                <a:ea typeface="ＭＳ Ｐゴシック" panose="020B0600070205080204" pitchFamily="34" charset="-128"/>
              </a:rPr>
              <a:t>Choose sample data and manually compute the expected output</a:t>
            </a:r>
          </a:p>
          <a:p>
            <a:pPr lvl="1" eaLnBrk="1" hangingPunct="1"/>
            <a:r>
              <a:rPr lang="en-US" altLang="en-US">
                <a:ea typeface="ＭＳ Ｐゴシック" panose="020B0600070205080204" pitchFamily="34" charset="-128"/>
              </a:rPr>
              <a:t>Create a desk-check table to fill in values step by step</a:t>
            </a:r>
          </a:p>
        </p:txBody>
      </p:sp>
      <p:sp>
        <p:nvSpPr>
          <p:cNvPr id="69635" name="Rectangle 2">
            <a:extLst>
              <a:ext uri="{FF2B5EF4-FFF2-40B4-BE49-F238E27FC236}">
                <a16:creationId xmlns:a16="http://schemas.microsoft.com/office/drawing/2014/main" id="{9158ED6B-B82A-4893-82E7-4A5B5D39C24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Summary (cont’d.)</a:t>
            </a:r>
          </a:p>
        </p:txBody>
      </p:sp>
      <p:sp>
        <p:nvSpPr>
          <p:cNvPr id="69636" name="Slide Number Placeholder 4">
            <a:extLst>
              <a:ext uri="{FF2B5EF4-FFF2-40B4-BE49-F238E27FC236}">
                <a16:creationId xmlns:a16="http://schemas.microsoft.com/office/drawing/2014/main" id="{FC630B6C-BF3C-4D4C-9FDA-AF6A72E0A99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BA34B90-5BA2-4E73-9B33-75E749955D6B}" type="slidenum">
              <a:rPr lang="en-US" altLang="en-US" sz="1400" smtClean="0">
                <a:solidFill>
                  <a:schemeClr val="tx1"/>
                </a:solidFill>
                <a:latin typeface="Arial" panose="020B0604020202020204" pitchFamily="34" charset="0"/>
              </a:rPr>
              <a:pPr>
                <a:spcBef>
                  <a:spcPct val="0"/>
                </a:spcBef>
                <a:buFontTx/>
                <a:buNone/>
              </a:pPr>
              <a:t>32</a:t>
            </a:fld>
            <a:endParaRPr lang="en-US" altLang="en-US" sz="1400">
              <a:solidFill>
                <a:schemeClr val="tx1"/>
              </a:solidFill>
              <a:latin typeface="Arial" panose="020B0604020202020204" pitchFamily="34" charset="0"/>
            </a:endParaRPr>
          </a:p>
        </p:txBody>
      </p:sp>
      <p:sp>
        <p:nvSpPr>
          <p:cNvPr id="69637" name="Footer Placeholder 5">
            <a:extLst>
              <a:ext uri="{FF2B5EF4-FFF2-40B4-BE49-F238E27FC236}">
                <a16:creationId xmlns:a16="http://schemas.microsoft.com/office/drawing/2014/main" id="{C51FEE4F-946A-4541-99DD-744DBEC4D8E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5">
            <a:extLst>
              <a:ext uri="{FF2B5EF4-FFF2-40B4-BE49-F238E27FC236}">
                <a16:creationId xmlns:a16="http://schemas.microsoft.com/office/drawing/2014/main" id="{CC3464A7-86F7-419F-BEE9-B1217C02B9C6}"/>
              </a:ext>
            </a:extLst>
          </p:cNvPr>
          <p:cNvSpPr>
            <a:spLocks noGrp="1"/>
          </p:cNvSpPr>
          <p:nvPr>
            <p:ph idx="1"/>
          </p:nvPr>
        </p:nvSpPr>
        <p:spPr/>
        <p:txBody>
          <a:bodyPr/>
          <a:lstStyle/>
          <a:p>
            <a:pPr eaLnBrk="1" hangingPunct="1">
              <a:buFontTx/>
              <a:buNone/>
            </a:pPr>
            <a:r>
              <a:rPr lang="en-US" altLang="en-US">
                <a:ea typeface="ＭＳ Ｐゴシック" panose="020B0600070205080204" pitchFamily="34" charset="-128"/>
              </a:rPr>
              <a:t>Study the IPO chart shown in Figure 2-26 and then answer the questions.</a:t>
            </a:r>
          </a:p>
        </p:txBody>
      </p:sp>
      <p:sp>
        <p:nvSpPr>
          <p:cNvPr id="71683" name="Rectangle 2">
            <a:extLst>
              <a:ext uri="{FF2B5EF4-FFF2-40B4-BE49-F238E27FC236}">
                <a16:creationId xmlns:a16="http://schemas.microsoft.com/office/drawing/2014/main" id="{06885B6F-3ACE-4F22-B27C-92D5A533959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2-1: Stop and Analyze</a:t>
            </a:r>
          </a:p>
        </p:txBody>
      </p:sp>
      <p:sp>
        <p:nvSpPr>
          <p:cNvPr id="71684" name="TextBox 7">
            <a:extLst>
              <a:ext uri="{FF2B5EF4-FFF2-40B4-BE49-F238E27FC236}">
                <a16:creationId xmlns:a16="http://schemas.microsoft.com/office/drawing/2014/main" id="{CBBDA691-F21B-40FE-BE26-B3514D7438C6}"/>
              </a:ext>
            </a:extLst>
          </p:cNvPr>
          <p:cNvSpPr txBox="1">
            <a:spLocks noChangeArrowheads="1"/>
          </p:cNvSpPr>
          <p:nvPr/>
        </p:nvSpPr>
        <p:spPr bwMode="auto">
          <a:xfrm>
            <a:off x="2819400" y="5791200"/>
            <a:ext cx="3657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2-26 IPO chart for Lab 2-1</a:t>
            </a:r>
          </a:p>
        </p:txBody>
      </p:sp>
      <p:sp>
        <p:nvSpPr>
          <p:cNvPr id="71685" name="Slide Number Placeholder 6">
            <a:extLst>
              <a:ext uri="{FF2B5EF4-FFF2-40B4-BE49-F238E27FC236}">
                <a16:creationId xmlns:a16="http://schemas.microsoft.com/office/drawing/2014/main" id="{810266A6-82FA-4B6F-A63C-DBC72DC17A5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0BCEDC8-9311-4F0C-B0CF-68354384294B}" type="slidenum">
              <a:rPr lang="en-US" altLang="en-US" sz="1400" smtClean="0">
                <a:solidFill>
                  <a:schemeClr val="tx1"/>
                </a:solidFill>
                <a:latin typeface="Arial" panose="020B0604020202020204" pitchFamily="34" charset="0"/>
              </a:rPr>
              <a:pPr>
                <a:spcBef>
                  <a:spcPct val="0"/>
                </a:spcBef>
                <a:buFontTx/>
                <a:buNone/>
              </a:pPr>
              <a:t>33</a:t>
            </a:fld>
            <a:endParaRPr lang="en-US" altLang="en-US" sz="1400">
              <a:solidFill>
                <a:schemeClr val="tx1"/>
              </a:solidFill>
              <a:latin typeface="Arial" panose="020B0604020202020204" pitchFamily="34" charset="0"/>
            </a:endParaRPr>
          </a:p>
        </p:txBody>
      </p:sp>
      <p:sp>
        <p:nvSpPr>
          <p:cNvPr id="71686" name="Footer Placeholder 7">
            <a:extLst>
              <a:ext uri="{FF2B5EF4-FFF2-40B4-BE49-F238E27FC236}">
                <a16:creationId xmlns:a16="http://schemas.microsoft.com/office/drawing/2014/main" id="{4B2373E2-0314-4355-A768-BFCFA2C0762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71687" name="Picture 8">
            <a:extLst>
              <a:ext uri="{FF2B5EF4-FFF2-40B4-BE49-F238E27FC236}">
                <a16:creationId xmlns:a16="http://schemas.microsoft.com/office/drawing/2014/main" id="{DF7B2524-15A8-44B6-9020-01F26B64815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7696200"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5">
            <a:extLst>
              <a:ext uri="{FF2B5EF4-FFF2-40B4-BE49-F238E27FC236}">
                <a16:creationId xmlns:a16="http://schemas.microsoft.com/office/drawing/2014/main" id="{5D7CB5D3-6F3E-4A54-AA1C-175C5A312B77}"/>
              </a:ext>
            </a:extLst>
          </p:cNvPr>
          <p:cNvSpPr>
            <a:spLocks noGrp="1"/>
          </p:cNvSpPr>
          <p:nvPr>
            <p:ph idx="1"/>
          </p:nvPr>
        </p:nvSpPr>
        <p:spPr/>
        <p:txBody>
          <a:bodyPr/>
          <a:lstStyle/>
          <a:p>
            <a:pPr eaLnBrk="1" hangingPunct="1"/>
            <a:r>
              <a:rPr lang="en-US" altLang="en-US">
                <a:ea typeface="ＭＳ Ｐゴシック" panose="020B0600070205080204" pitchFamily="34" charset="-128"/>
              </a:rPr>
              <a:t>Complete the desk-check table using two sets of input values. First, use 100, 5, and 8 as the quantity sold, item cost, and item selling price, respectively. The use 650, 2.50, and 3.75. What will the algorithm display using the first set of input values? What will the algorithm display using the second set of input values?</a:t>
            </a:r>
          </a:p>
          <a:p>
            <a:pPr eaLnBrk="1" hangingPunct="1"/>
            <a:r>
              <a:rPr lang="en-US" altLang="en-US">
                <a:ea typeface="ＭＳ Ｐゴシック" panose="020B0600070205080204" pitchFamily="34" charset="-128"/>
              </a:rPr>
              <a:t>How would you modify the IPO chart to also display the difference between the item cost and item selling price?</a:t>
            </a:r>
          </a:p>
          <a:p>
            <a:pPr eaLnBrk="1" hangingPunct="1"/>
            <a:r>
              <a:rPr lang="en-US" altLang="en-US">
                <a:ea typeface="ＭＳ Ｐゴシック" panose="020B0600070205080204" pitchFamily="34" charset="-128"/>
              </a:rPr>
              <a:t>How would you modify the IPO chart and desk-check table to eliminate the use of a processing item?</a:t>
            </a:r>
          </a:p>
        </p:txBody>
      </p:sp>
      <p:sp>
        <p:nvSpPr>
          <p:cNvPr id="73731" name="Rectangle 2">
            <a:extLst>
              <a:ext uri="{FF2B5EF4-FFF2-40B4-BE49-F238E27FC236}">
                <a16:creationId xmlns:a16="http://schemas.microsoft.com/office/drawing/2014/main" id="{A02D1914-DFE1-4B2A-8A33-7B849E51C0A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2-1: Stop and Analyze (cont’d.)</a:t>
            </a:r>
          </a:p>
        </p:txBody>
      </p:sp>
      <p:sp>
        <p:nvSpPr>
          <p:cNvPr id="73732" name="Slide Number Placeholder 6">
            <a:extLst>
              <a:ext uri="{FF2B5EF4-FFF2-40B4-BE49-F238E27FC236}">
                <a16:creationId xmlns:a16="http://schemas.microsoft.com/office/drawing/2014/main" id="{8BCDE428-074B-428D-96CB-2DDE2AF91B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7ABDDE97-17E6-438C-ADE4-4A356F00DCF5}" type="slidenum">
              <a:rPr lang="en-US" altLang="en-US" sz="1400" smtClean="0">
                <a:solidFill>
                  <a:schemeClr val="tx1"/>
                </a:solidFill>
                <a:latin typeface="Arial" panose="020B0604020202020204" pitchFamily="34" charset="0"/>
              </a:rPr>
              <a:pPr>
                <a:spcBef>
                  <a:spcPct val="0"/>
                </a:spcBef>
                <a:buFontTx/>
                <a:buNone/>
              </a:pPr>
              <a:t>34</a:t>
            </a:fld>
            <a:endParaRPr lang="en-US" altLang="en-US" sz="1400">
              <a:solidFill>
                <a:schemeClr val="tx1"/>
              </a:solidFill>
              <a:latin typeface="Arial" panose="020B0604020202020204" pitchFamily="34" charset="0"/>
            </a:endParaRPr>
          </a:p>
        </p:txBody>
      </p:sp>
      <p:sp>
        <p:nvSpPr>
          <p:cNvPr id="73733" name="Footer Placeholder 7">
            <a:extLst>
              <a:ext uri="{FF2B5EF4-FFF2-40B4-BE49-F238E27FC236}">
                <a16:creationId xmlns:a16="http://schemas.microsoft.com/office/drawing/2014/main" id="{5F45751E-9172-40E7-B642-B427C530552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5">
            <a:extLst>
              <a:ext uri="{FF2B5EF4-FFF2-40B4-BE49-F238E27FC236}">
                <a16:creationId xmlns:a16="http://schemas.microsoft.com/office/drawing/2014/main" id="{F0FD03E5-E069-43EF-811F-43EF1FB04582}"/>
              </a:ext>
            </a:extLst>
          </p:cNvPr>
          <p:cNvSpPr>
            <a:spLocks noGrp="1"/>
          </p:cNvSpPr>
          <p:nvPr>
            <p:ph idx="1"/>
          </p:nvPr>
        </p:nvSpPr>
        <p:spPr/>
        <p:txBody>
          <a:bodyPr/>
          <a:lstStyle/>
          <a:p>
            <a:pPr eaLnBrk="1" hangingPunct="1"/>
            <a:r>
              <a:rPr lang="en-US" altLang="en-US">
                <a:ea typeface="ＭＳ Ｐゴシック" panose="020B0600070205080204" pitchFamily="34" charset="-128"/>
              </a:rPr>
              <a:t>Create an algorithm for the manager of the Jericho Bakery</a:t>
            </a:r>
          </a:p>
        </p:txBody>
      </p:sp>
      <p:sp>
        <p:nvSpPr>
          <p:cNvPr id="75779" name="Rectangle 2">
            <a:extLst>
              <a:ext uri="{FF2B5EF4-FFF2-40B4-BE49-F238E27FC236}">
                <a16:creationId xmlns:a16="http://schemas.microsoft.com/office/drawing/2014/main" id="{118B2085-5096-4E5D-8112-E0ECD20A356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2-2: Plan and Create</a:t>
            </a:r>
          </a:p>
        </p:txBody>
      </p:sp>
      <p:sp>
        <p:nvSpPr>
          <p:cNvPr id="75780" name="TextBox 12">
            <a:extLst>
              <a:ext uri="{FF2B5EF4-FFF2-40B4-BE49-F238E27FC236}">
                <a16:creationId xmlns:a16="http://schemas.microsoft.com/office/drawing/2014/main" id="{29AB981B-EF99-42B8-8F07-05C3257F5AC1}"/>
              </a:ext>
            </a:extLst>
          </p:cNvPr>
          <p:cNvSpPr txBox="1">
            <a:spLocks noChangeArrowheads="1"/>
          </p:cNvSpPr>
          <p:nvPr/>
        </p:nvSpPr>
        <p:spPr bwMode="auto">
          <a:xfrm>
            <a:off x="1828800" y="4343400"/>
            <a:ext cx="518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2-27 Problem Specification for Lab 2-2</a:t>
            </a:r>
          </a:p>
        </p:txBody>
      </p:sp>
      <p:sp>
        <p:nvSpPr>
          <p:cNvPr id="75781" name="Slide Number Placeholder 6">
            <a:extLst>
              <a:ext uri="{FF2B5EF4-FFF2-40B4-BE49-F238E27FC236}">
                <a16:creationId xmlns:a16="http://schemas.microsoft.com/office/drawing/2014/main" id="{2414F3D9-461A-4296-951B-AB3B35C2408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A2CF1A6-B183-4CF5-A87C-16E61C7FA5D7}" type="slidenum">
              <a:rPr lang="en-US" altLang="en-US" sz="1400" smtClean="0">
                <a:solidFill>
                  <a:schemeClr val="tx1"/>
                </a:solidFill>
                <a:latin typeface="Arial" panose="020B0604020202020204" pitchFamily="34" charset="0"/>
              </a:rPr>
              <a:pPr>
                <a:spcBef>
                  <a:spcPct val="0"/>
                </a:spcBef>
                <a:buFontTx/>
                <a:buNone/>
              </a:pPr>
              <a:t>35</a:t>
            </a:fld>
            <a:endParaRPr lang="en-US" altLang="en-US" sz="1400">
              <a:solidFill>
                <a:schemeClr val="tx1"/>
              </a:solidFill>
              <a:latin typeface="Arial" panose="020B0604020202020204" pitchFamily="34" charset="0"/>
            </a:endParaRPr>
          </a:p>
        </p:txBody>
      </p:sp>
      <p:sp>
        <p:nvSpPr>
          <p:cNvPr id="75782" name="Footer Placeholder 7">
            <a:extLst>
              <a:ext uri="{FF2B5EF4-FFF2-40B4-BE49-F238E27FC236}">
                <a16:creationId xmlns:a16="http://schemas.microsoft.com/office/drawing/2014/main" id="{539187CA-40B9-4691-AA3C-EFAB8F059F8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75783" name="Picture 8">
            <a:extLst>
              <a:ext uri="{FF2B5EF4-FFF2-40B4-BE49-F238E27FC236}">
                <a16:creationId xmlns:a16="http://schemas.microsoft.com/office/drawing/2014/main" id="{09158914-4055-4D60-BD26-E49D69660D5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967038"/>
            <a:ext cx="7848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81242DE-924A-41FD-973F-48C35B01B6EC}"/>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2-2: Plan and Create (cont’d.)</a:t>
            </a:r>
          </a:p>
        </p:txBody>
      </p:sp>
      <p:sp>
        <p:nvSpPr>
          <p:cNvPr id="77827" name="TextBox 12">
            <a:extLst>
              <a:ext uri="{FF2B5EF4-FFF2-40B4-BE49-F238E27FC236}">
                <a16:creationId xmlns:a16="http://schemas.microsoft.com/office/drawing/2014/main" id="{E7DF4683-AD16-4437-AA15-75C0B34EF5FC}"/>
              </a:ext>
            </a:extLst>
          </p:cNvPr>
          <p:cNvSpPr txBox="1">
            <a:spLocks noChangeArrowheads="1"/>
          </p:cNvSpPr>
          <p:nvPr/>
        </p:nvSpPr>
        <p:spPr bwMode="auto">
          <a:xfrm>
            <a:off x="1828800" y="5081588"/>
            <a:ext cx="518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2-29 Completed IPO Chart for Lab 2-2</a:t>
            </a:r>
          </a:p>
        </p:txBody>
      </p:sp>
      <p:sp>
        <p:nvSpPr>
          <p:cNvPr id="77828" name="Slide Number Placeholder 6">
            <a:extLst>
              <a:ext uri="{FF2B5EF4-FFF2-40B4-BE49-F238E27FC236}">
                <a16:creationId xmlns:a16="http://schemas.microsoft.com/office/drawing/2014/main" id="{A51DAEFD-03ED-4882-B346-9C22DDC32B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AC593AD8-47A2-4603-AF57-6C61DC0E9BE5}" type="slidenum">
              <a:rPr lang="en-US" altLang="en-US" sz="1400" smtClean="0">
                <a:solidFill>
                  <a:schemeClr val="tx1"/>
                </a:solidFill>
                <a:latin typeface="Arial" panose="020B0604020202020204" pitchFamily="34" charset="0"/>
              </a:rPr>
              <a:pPr>
                <a:spcBef>
                  <a:spcPct val="0"/>
                </a:spcBef>
                <a:buFontTx/>
                <a:buNone/>
              </a:pPr>
              <a:t>36</a:t>
            </a:fld>
            <a:endParaRPr lang="en-US" altLang="en-US" sz="1400">
              <a:solidFill>
                <a:schemeClr val="tx1"/>
              </a:solidFill>
              <a:latin typeface="Arial" panose="020B0604020202020204" pitchFamily="34" charset="0"/>
            </a:endParaRPr>
          </a:p>
        </p:txBody>
      </p:sp>
      <p:sp>
        <p:nvSpPr>
          <p:cNvPr id="77829" name="Footer Placeholder 7">
            <a:extLst>
              <a:ext uri="{FF2B5EF4-FFF2-40B4-BE49-F238E27FC236}">
                <a16:creationId xmlns:a16="http://schemas.microsoft.com/office/drawing/2014/main" id="{BCA29F72-7ED4-4630-978D-CD80654B579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77830" name="Picture 2">
            <a:extLst>
              <a:ext uri="{FF2B5EF4-FFF2-40B4-BE49-F238E27FC236}">
                <a16:creationId xmlns:a16="http://schemas.microsoft.com/office/drawing/2014/main" id="{91D98ED1-78B9-4AAB-A84B-00721597B7FC}"/>
              </a:ext>
              <a:ext uri="{C183D7F6-B498-43B3-948B-1728B52AA6E4}">
                <adec:decorative xmlns:adec="http://schemas.microsoft.com/office/drawing/2017/decorative" val="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33400" y="2012950"/>
            <a:ext cx="8077200" cy="2940050"/>
          </a:xfr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D0CA965-6B0C-4006-9353-A46801AE102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2-2: Plan and Create (cont’d.)</a:t>
            </a:r>
          </a:p>
        </p:txBody>
      </p:sp>
      <p:sp>
        <p:nvSpPr>
          <p:cNvPr id="79875" name="TextBox 12">
            <a:extLst>
              <a:ext uri="{FF2B5EF4-FFF2-40B4-BE49-F238E27FC236}">
                <a16:creationId xmlns:a16="http://schemas.microsoft.com/office/drawing/2014/main" id="{A63FF00C-4FBE-4C8D-B80D-DB13B98D0D48}"/>
              </a:ext>
            </a:extLst>
          </p:cNvPr>
          <p:cNvSpPr txBox="1">
            <a:spLocks noChangeArrowheads="1"/>
          </p:cNvSpPr>
          <p:nvPr/>
        </p:nvSpPr>
        <p:spPr bwMode="auto">
          <a:xfrm>
            <a:off x="1447800" y="5081588"/>
            <a:ext cx="6172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2-30 Manual calculations for the two desk-checks</a:t>
            </a:r>
          </a:p>
        </p:txBody>
      </p:sp>
      <p:sp>
        <p:nvSpPr>
          <p:cNvPr id="79876" name="Slide Number Placeholder 6">
            <a:extLst>
              <a:ext uri="{FF2B5EF4-FFF2-40B4-BE49-F238E27FC236}">
                <a16:creationId xmlns:a16="http://schemas.microsoft.com/office/drawing/2014/main" id="{890DE643-215D-4245-A3EA-1F317026054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E1A163C-C266-4D00-A593-C79FA69E3F2E}" type="slidenum">
              <a:rPr lang="en-US" altLang="en-US" sz="1400" smtClean="0">
                <a:solidFill>
                  <a:schemeClr val="tx1"/>
                </a:solidFill>
                <a:latin typeface="Arial" panose="020B0604020202020204" pitchFamily="34" charset="0"/>
              </a:rPr>
              <a:pPr>
                <a:spcBef>
                  <a:spcPct val="0"/>
                </a:spcBef>
                <a:buFontTx/>
                <a:buNone/>
              </a:pPr>
              <a:t>37</a:t>
            </a:fld>
            <a:endParaRPr lang="en-US" altLang="en-US" sz="1400">
              <a:solidFill>
                <a:schemeClr val="tx1"/>
              </a:solidFill>
              <a:latin typeface="Arial" panose="020B0604020202020204" pitchFamily="34" charset="0"/>
            </a:endParaRPr>
          </a:p>
        </p:txBody>
      </p:sp>
      <p:sp>
        <p:nvSpPr>
          <p:cNvPr id="79877" name="Footer Placeholder 7">
            <a:extLst>
              <a:ext uri="{FF2B5EF4-FFF2-40B4-BE49-F238E27FC236}">
                <a16:creationId xmlns:a16="http://schemas.microsoft.com/office/drawing/2014/main" id="{9F196766-4F9B-4BE0-8B47-31CC3C3B010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79878" name="Picture 2">
            <a:extLst>
              <a:ext uri="{FF2B5EF4-FFF2-40B4-BE49-F238E27FC236}">
                <a16:creationId xmlns:a16="http://schemas.microsoft.com/office/drawing/2014/main" id="{5D8BEBAF-7CFE-41D8-A04A-D09C7932ECCE}"/>
              </a:ext>
              <a:ext uri="{C183D7F6-B498-43B3-948B-1728B52AA6E4}">
                <adec:decorative xmlns:adec="http://schemas.microsoft.com/office/drawing/2017/decorative" val="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33400" y="2590800"/>
            <a:ext cx="8077200" cy="2130425"/>
          </a:xfr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5">
            <a:extLst>
              <a:ext uri="{FF2B5EF4-FFF2-40B4-BE49-F238E27FC236}">
                <a16:creationId xmlns:a16="http://schemas.microsoft.com/office/drawing/2014/main" id="{BD1F0DAB-E7A0-468F-A06E-94DBD428F6C7}"/>
              </a:ext>
            </a:extLst>
          </p:cNvPr>
          <p:cNvSpPr>
            <a:spLocks noGrp="1"/>
          </p:cNvSpPr>
          <p:nvPr>
            <p:ph idx="1"/>
          </p:nvPr>
        </p:nvSpPr>
        <p:spPr/>
        <p:txBody>
          <a:bodyPr/>
          <a:lstStyle/>
          <a:p>
            <a:pPr eaLnBrk="1" hangingPunct="1"/>
            <a:r>
              <a:rPr lang="en-US" altLang="en-US">
                <a:ea typeface="ＭＳ Ｐゴシック" panose="020B0600070205080204" pitchFamily="34" charset="-128"/>
              </a:rPr>
              <a:t>Jericho Bakery has raised the price of its muffins from $0.50 to $0.55. </a:t>
            </a:r>
          </a:p>
          <a:p>
            <a:pPr eaLnBrk="1" hangingPunct="1"/>
            <a:r>
              <a:rPr lang="en-US" altLang="en-US">
                <a:ea typeface="ＭＳ Ｐゴシック" panose="020B0600070205080204" pitchFamily="34" charset="-128"/>
              </a:rPr>
              <a:t>Make the appropriate modifications to the IPO chart shown earlier in Figure 2-29. </a:t>
            </a:r>
          </a:p>
          <a:p>
            <a:pPr eaLnBrk="1" hangingPunct="1"/>
            <a:r>
              <a:rPr lang="en-US" altLang="en-US">
                <a:ea typeface="ＭＳ Ｐゴシック" panose="020B0600070205080204" pitchFamily="34" charset="-128"/>
              </a:rPr>
              <a:t>Desk-check the algorithm twice.</a:t>
            </a:r>
          </a:p>
          <a:p>
            <a:pPr eaLnBrk="1" hangingPunct="1"/>
            <a:r>
              <a:rPr lang="en-US" altLang="en-US">
                <a:ea typeface="ＭＳ Ｐゴシック" panose="020B0600070205080204" pitchFamily="34" charset="-128"/>
              </a:rPr>
              <a:t>For the first desk-check, use 4, 2, 0.50, and 0.55 as the number of doughnuts ordered, number of muffins ordered, doughnut price, and muffin price, respectively.</a:t>
            </a:r>
          </a:p>
          <a:p>
            <a:pPr eaLnBrk="1" hangingPunct="1"/>
            <a:r>
              <a:rPr lang="en-US" altLang="en-US">
                <a:ea typeface="ＭＳ Ｐゴシック" panose="020B0600070205080204" pitchFamily="34" charset="-128"/>
              </a:rPr>
              <a:t>For the second desk-check, use 0, 12, 0.60, and 0.70.</a:t>
            </a:r>
          </a:p>
          <a:p>
            <a:pPr lvl="1" eaLnBrk="1" hangingPunct="1"/>
            <a:endParaRPr lang="en-US" altLang="en-US">
              <a:ea typeface="ＭＳ Ｐゴシック" panose="020B0600070205080204" pitchFamily="34" charset="-128"/>
            </a:endParaRPr>
          </a:p>
        </p:txBody>
      </p:sp>
      <p:sp>
        <p:nvSpPr>
          <p:cNvPr id="81923" name="Rectangle 2">
            <a:extLst>
              <a:ext uri="{FF2B5EF4-FFF2-40B4-BE49-F238E27FC236}">
                <a16:creationId xmlns:a16="http://schemas.microsoft.com/office/drawing/2014/main" id="{1CDBA3C1-409A-449D-B68B-3A3CFA4AD64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2-3: Modify</a:t>
            </a:r>
          </a:p>
        </p:txBody>
      </p:sp>
      <p:sp>
        <p:nvSpPr>
          <p:cNvPr id="81924" name="Slide Number Placeholder 4">
            <a:extLst>
              <a:ext uri="{FF2B5EF4-FFF2-40B4-BE49-F238E27FC236}">
                <a16:creationId xmlns:a16="http://schemas.microsoft.com/office/drawing/2014/main" id="{BF3A0E07-8C7D-4C28-89C4-52045C582C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BBB7ED6-9A72-48AA-8372-8CB664C5B77F}" type="slidenum">
              <a:rPr lang="en-US" altLang="en-US" sz="1400" smtClean="0">
                <a:solidFill>
                  <a:schemeClr val="tx1"/>
                </a:solidFill>
                <a:latin typeface="Arial" panose="020B0604020202020204" pitchFamily="34" charset="0"/>
              </a:rPr>
              <a:pPr>
                <a:spcBef>
                  <a:spcPct val="0"/>
                </a:spcBef>
                <a:buFontTx/>
                <a:buNone/>
              </a:pPr>
              <a:t>38</a:t>
            </a:fld>
            <a:endParaRPr lang="en-US" altLang="en-US" sz="1400">
              <a:solidFill>
                <a:schemeClr val="tx1"/>
              </a:solidFill>
              <a:latin typeface="Arial" panose="020B0604020202020204" pitchFamily="34" charset="0"/>
            </a:endParaRPr>
          </a:p>
        </p:txBody>
      </p:sp>
      <p:sp>
        <p:nvSpPr>
          <p:cNvPr id="81925" name="Footer Placeholder 5">
            <a:extLst>
              <a:ext uri="{FF2B5EF4-FFF2-40B4-BE49-F238E27FC236}">
                <a16:creationId xmlns:a16="http://schemas.microsoft.com/office/drawing/2014/main" id="{29E11F1C-42E8-4F71-A99E-1C854501781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5">
            <a:extLst>
              <a:ext uri="{FF2B5EF4-FFF2-40B4-BE49-F238E27FC236}">
                <a16:creationId xmlns:a16="http://schemas.microsoft.com/office/drawing/2014/main" id="{7B168AD1-C913-400D-A456-9C86C5223D82}"/>
              </a:ext>
            </a:extLst>
          </p:cNvPr>
          <p:cNvSpPr>
            <a:spLocks noGrp="1"/>
          </p:cNvSpPr>
          <p:nvPr>
            <p:ph idx="1"/>
          </p:nvPr>
        </p:nvSpPr>
        <p:spPr/>
        <p:txBody>
          <a:bodyPr/>
          <a:lstStyle/>
          <a:p>
            <a:pPr eaLnBrk="1" hangingPunct="1">
              <a:buFontTx/>
              <a:buNone/>
            </a:pPr>
            <a:r>
              <a:rPr lang="en-US" altLang="en-US">
                <a:ea typeface="ＭＳ Ｐゴシック" panose="020B0600070205080204" pitchFamily="34" charset="-128"/>
              </a:rPr>
              <a:t>A local club sells boxes of three types of cookies: shortbread, pecan sandies, and chocolate mint. The club leader wants a program that displays the percentage that each of the cookie types contributes to the total cookie sales. Figure 2-34 contains a list of items and instructions that you can use for this lab. Fill in the IPO chart and determine whether any items are missing from the list. Next, put the instructions in the proper order and determine the one or more missing instructions.</a:t>
            </a:r>
          </a:p>
        </p:txBody>
      </p:sp>
      <p:sp>
        <p:nvSpPr>
          <p:cNvPr id="83971" name="Rectangle 2">
            <a:extLst>
              <a:ext uri="{FF2B5EF4-FFF2-40B4-BE49-F238E27FC236}">
                <a16:creationId xmlns:a16="http://schemas.microsoft.com/office/drawing/2014/main" id="{2136DF7A-A034-4B18-9107-C4A77137513C}"/>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2-4: What’s Missing?</a:t>
            </a:r>
          </a:p>
        </p:txBody>
      </p:sp>
      <p:sp>
        <p:nvSpPr>
          <p:cNvPr id="83972" name="Slide Number Placeholder 6">
            <a:extLst>
              <a:ext uri="{FF2B5EF4-FFF2-40B4-BE49-F238E27FC236}">
                <a16:creationId xmlns:a16="http://schemas.microsoft.com/office/drawing/2014/main" id="{4868073C-3ACC-44D8-BF65-125A1883853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D89F759-8367-495B-9701-108DBD2E4B77}" type="slidenum">
              <a:rPr lang="en-US" altLang="en-US" sz="1400" smtClean="0">
                <a:solidFill>
                  <a:schemeClr val="tx1"/>
                </a:solidFill>
                <a:latin typeface="Arial" panose="020B0604020202020204" pitchFamily="34" charset="0"/>
              </a:rPr>
              <a:pPr>
                <a:spcBef>
                  <a:spcPct val="0"/>
                </a:spcBef>
                <a:buFontTx/>
                <a:buNone/>
              </a:pPr>
              <a:t>39</a:t>
            </a:fld>
            <a:endParaRPr lang="en-US" altLang="en-US" sz="1400">
              <a:solidFill>
                <a:schemeClr val="tx1"/>
              </a:solidFill>
              <a:latin typeface="Arial" panose="020B0604020202020204" pitchFamily="34" charset="0"/>
            </a:endParaRPr>
          </a:p>
        </p:txBody>
      </p:sp>
      <p:sp>
        <p:nvSpPr>
          <p:cNvPr id="83973" name="Footer Placeholder 7">
            <a:extLst>
              <a:ext uri="{FF2B5EF4-FFF2-40B4-BE49-F238E27FC236}">
                <a16:creationId xmlns:a16="http://schemas.microsoft.com/office/drawing/2014/main" id="{5E607563-8C27-4C13-AA34-28A8A28F2AD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Content Placeholder 5">
            <a:extLst>
              <a:ext uri="{FF2B5EF4-FFF2-40B4-BE49-F238E27FC236}">
                <a16:creationId xmlns:a16="http://schemas.microsoft.com/office/drawing/2014/main" id="{1FA03A69-2291-476E-8668-4998F6AC92C0}"/>
              </a:ext>
              <a:ext uri="{C183D7F6-B498-43B3-948B-1728B52AA6E4}">
                <adec:decorative xmlns:adec="http://schemas.microsoft.com/office/drawing/2017/decorative" val="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295400" y="1676400"/>
            <a:ext cx="6629400" cy="4191000"/>
          </a:xfrm>
        </p:spPr>
      </p:pic>
      <p:sp>
        <p:nvSpPr>
          <p:cNvPr id="86019" name="Rectangle 2">
            <a:extLst>
              <a:ext uri="{FF2B5EF4-FFF2-40B4-BE49-F238E27FC236}">
                <a16:creationId xmlns:a16="http://schemas.microsoft.com/office/drawing/2014/main" id="{736C87EC-8CF6-4951-9DC7-190BB807F88B}"/>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2-4: What’s Missing? (cont’d.)</a:t>
            </a:r>
          </a:p>
        </p:txBody>
      </p:sp>
      <p:sp>
        <p:nvSpPr>
          <p:cNvPr id="86020" name="Slide Number Placeholder 6">
            <a:extLst>
              <a:ext uri="{FF2B5EF4-FFF2-40B4-BE49-F238E27FC236}">
                <a16:creationId xmlns:a16="http://schemas.microsoft.com/office/drawing/2014/main" id="{09DD3800-C2E9-4A51-8D82-D216B6DD99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B463441-BFC1-4140-AB75-CE7EB49579A6}" type="slidenum">
              <a:rPr lang="en-US" altLang="en-US" sz="1400" smtClean="0">
                <a:solidFill>
                  <a:schemeClr val="tx1"/>
                </a:solidFill>
                <a:latin typeface="Arial" panose="020B0604020202020204" pitchFamily="34" charset="0"/>
              </a:rPr>
              <a:pPr>
                <a:spcBef>
                  <a:spcPct val="0"/>
                </a:spcBef>
                <a:buFontTx/>
                <a:buNone/>
              </a:pPr>
              <a:t>40</a:t>
            </a:fld>
            <a:endParaRPr lang="en-US" altLang="en-US" sz="1400">
              <a:solidFill>
                <a:schemeClr val="tx1"/>
              </a:solidFill>
              <a:latin typeface="Arial" panose="020B0604020202020204" pitchFamily="34" charset="0"/>
            </a:endParaRPr>
          </a:p>
        </p:txBody>
      </p:sp>
      <p:sp>
        <p:nvSpPr>
          <p:cNvPr id="86021" name="Footer Placeholder 7">
            <a:extLst>
              <a:ext uri="{FF2B5EF4-FFF2-40B4-BE49-F238E27FC236}">
                <a16:creationId xmlns:a16="http://schemas.microsoft.com/office/drawing/2014/main" id="{8D36A768-8C87-4DC1-8811-216447E992D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5">
            <a:extLst>
              <a:ext uri="{FF2B5EF4-FFF2-40B4-BE49-F238E27FC236}">
                <a16:creationId xmlns:a16="http://schemas.microsoft.com/office/drawing/2014/main" id="{D90A0179-65F6-4A69-8C4A-98409B0F3022}"/>
              </a:ext>
            </a:extLst>
          </p:cNvPr>
          <p:cNvSpPr>
            <a:spLocks noGrp="1"/>
          </p:cNvSpPr>
          <p:nvPr>
            <p:ph idx="1"/>
          </p:nvPr>
        </p:nvSpPr>
        <p:spPr/>
        <p:txBody>
          <a:bodyPr/>
          <a:lstStyle/>
          <a:p>
            <a:pPr eaLnBrk="1" hangingPunct="1">
              <a:buFontTx/>
              <a:buNone/>
            </a:pPr>
            <a:r>
              <a:rPr lang="en-US" altLang="en-US" sz="2400">
                <a:ea typeface="ＭＳ Ｐゴシック" panose="020B0600070205080204" pitchFamily="34" charset="-128"/>
              </a:rPr>
              <a:t>The algorithm in Figure 2-35 displays three suggested amounts to tip a waiter. Desk-check the algorithm twice. First, use $102.50 and $5.80 as the bill amount and sales tax, respectively. Then, use $56.78 and $2.18.</a:t>
            </a:r>
          </a:p>
        </p:txBody>
      </p:sp>
      <p:sp>
        <p:nvSpPr>
          <p:cNvPr id="88067" name="Rectangle 2">
            <a:extLst>
              <a:ext uri="{FF2B5EF4-FFF2-40B4-BE49-F238E27FC236}">
                <a16:creationId xmlns:a16="http://schemas.microsoft.com/office/drawing/2014/main" id="{B3795366-10C4-4186-9029-564AC78C7D02}"/>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2-5: Desk-Check</a:t>
            </a:r>
          </a:p>
        </p:txBody>
      </p:sp>
      <p:sp>
        <p:nvSpPr>
          <p:cNvPr id="88068" name="TextBox 9">
            <a:extLst>
              <a:ext uri="{FF2B5EF4-FFF2-40B4-BE49-F238E27FC236}">
                <a16:creationId xmlns:a16="http://schemas.microsoft.com/office/drawing/2014/main" id="{550F0705-61FD-4041-AD7A-6EAEE0BB3F81}"/>
              </a:ext>
            </a:extLst>
          </p:cNvPr>
          <p:cNvSpPr txBox="1">
            <a:spLocks noChangeArrowheads="1"/>
          </p:cNvSpPr>
          <p:nvPr/>
        </p:nvSpPr>
        <p:spPr bwMode="auto">
          <a:xfrm>
            <a:off x="2590800" y="5867400"/>
            <a:ext cx="434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2-35 IPO chart for Lab 2-5</a:t>
            </a:r>
          </a:p>
        </p:txBody>
      </p:sp>
      <p:sp>
        <p:nvSpPr>
          <p:cNvPr id="88069" name="Slide Number Placeholder 7">
            <a:extLst>
              <a:ext uri="{FF2B5EF4-FFF2-40B4-BE49-F238E27FC236}">
                <a16:creationId xmlns:a16="http://schemas.microsoft.com/office/drawing/2014/main" id="{8C65A027-020E-4892-8297-0F2F59877D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EEBB5B3-A9CA-4D6F-86B7-07B244843F99}" type="slidenum">
              <a:rPr lang="en-US" altLang="en-US" sz="1400" smtClean="0">
                <a:solidFill>
                  <a:schemeClr val="tx1"/>
                </a:solidFill>
                <a:latin typeface="Arial" panose="020B0604020202020204" pitchFamily="34" charset="0"/>
              </a:rPr>
              <a:pPr>
                <a:spcBef>
                  <a:spcPct val="0"/>
                </a:spcBef>
                <a:buFontTx/>
                <a:buNone/>
              </a:pPr>
              <a:t>41</a:t>
            </a:fld>
            <a:endParaRPr lang="en-US" altLang="en-US" sz="1400">
              <a:solidFill>
                <a:schemeClr val="tx1"/>
              </a:solidFill>
              <a:latin typeface="Arial" panose="020B0604020202020204" pitchFamily="34" charset="0"/>
            </a:endParaRPr>
          </a:p>
        </p:txBody>
      </p:sp>
      <p:sp>
        <p:nvSpPr>
          <p:cNvPr id="88070" name="Footer Placeholder 8">
            <a:extLst>
              <a:ext uri="{FF2B5EF4-FFF2-40B4-BE49-F238E27FC236}">
                <a16:creationId xmlns:a16="http://schemas.microsoft.com/office/drawing/2014/main" id="{CA992902-A3A8-4B77-9112-A5697CB2F55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88071" name="Picture 9">
            <a:extLst>
              <a:ext uri="{FF2B5EF4-FFF2-40B4-BE49-F238E27FC236}">
                <a16:creationId xmlns:a16="http://schemas.microsoft.com/office/drawing/2014/main" id="{1A7319E1-727A-4F08-BEBB-D3BB402104A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352800"/>
            <a:ext cx="7924800"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5">
            <a:extLst>
              <a:ext uri="{FF2B5EF4-FFF2-40B4-BE49-F238E27FC236}">
                <a16:creationId xmlns:a16="http://schemas.microsoft.com/office/drawing/2014/main" id="{CD7619F8-F45A-49CA-BA17-A4CE27CBF06A}"/>
              </a:ext>
            </a:extLst>
          </p:cNvPr>
          <p:cNvSpPr>
            <a:spLocks noGrp="1"/>
          </p:cNvSpPr>
          <p:nvPr>
            <p:ph idx="1"/>
          </p:nvPr>
        </p:nvSpPr>
        <p:spPr/>
        <p:txBody>
          <a:bodyPr/>
          <a:lstStyle/>
          <a:p>
            <a:pPr eaLnBrk="1" hangingPunct="1">
              <a:buFontTx/>
              <a:buNone/>
            </a:pPr>
            <a:r>
              <a:rPr lang="en-US" altLang="en-US" sz="2400">
                <a:ea typeface="ＭＳ Ｐゴシック" panose="020B0600070205080204" pitchFamily="34" charset="-128"/>
              </a:rPr>
              <a:t>The algorithm below should calculate and display the average of three numbers, but it is not working properly. In this lab, you will find and correct the errors in the algorithm.</a:t>
            </a:r>
          </a:p>
        </p:txBody>
      </p:sp>
      <p:sp>
        <p:nvSpPr>
          <p:cNvPr id="90115" name="Rectangle 2">
            <a:extLst>
              <a:ext uri="{FF2B5EF4-FFF2-40B4-BE49-F238E27FC236}">
                <a16:creationId xmlns:a16="http://schemas.microsoft.com/office/drawing/2014/main" id="{7D37B8B3-B799-4EDE-AF4A-7B8AC2396EF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2-6: Debug</a:t>
            </a:r>
          </a:p>
        </p:txBody>
      </p:sp>
      <p:sp>
        <p:nvSpPr>
          <p:cNvPr id="90116" name="TextBox 9">
            <a:extLst>
              <a:ext uri="{FF2B5EF4-FFF2-40B4-BE49-F238E27FC236}">
                <a16:creationId xmlns:a16="http://schemas.microsoft.com/office/drawing/2014/main" id="{8E3D137A-9AFF-4240-A314-1812DCA33E10}"/>
              </a:ext>
            </a:extLst>
          </p:cNvPr>
          <p:cNvSpPr txBox="1">
            <a:spLocks noChangeArrowheads="1"/>
          </p:cNvSpPr>
          <p:nvPr/>
        </p:nvSpPr>
        <p:spPr bwMode="auto">
          <a:xfrm>
            <a:off x="2819400" y="5867400"/>
            <a:ext cx="411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rPr>
              <a:t>Figure 2-36   IPO chart for Lab 2-6</a:t>
            </a:r>
          </a:p>
        </p:txBody>
      </p:sp>
      <p:sp>
        <p:nvSpPr>
          <p:cNvPr id="90117" name="Slide Number Placeholder 7">
            <a:extLst>
              <a:ext uri="{FF2B5EF4-FFF2-40B4-BE49-F238E27FC236}">
                <a16:creationId xmlns:a16="http://schemas.microsoft.com/office/drawing/2014/main" id="{976DF0CD-8A01-4186-8D90-767A725991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198E3631-2CA1-4191-8F02-589328E303BE}" type="slidenum">
              <a:rPr lang="en-US" altLang="en-US" sz="1400" smtClean="0">
                <a:solidFill>
                  <a:schemeClr val="tx1"/>
                </a:solidFill>
                <a:latin typeface="Arial" panose="020B0604020202020204" pitchFamily="34" charset="0"/>
              </a:rPr>
              <a:pPr>
                <a:spcBef>
                  <a:spcPct val="0"/>
                </a:spcBef>
                <a:buFontTx/>
                <a:buNone/>
              </a:pPr>
              <a:t>42</a:t>
            </a:fld>
            <a:endParaRPr lang="en-US" altLang="en-US" sz="1400">
              <a:solidFill>
                <a:schemeClr val="tx1"/>
              </a:solidFill>
              <a:latin typeface="Arial" panose="020B0604020202020204" pitchFamily="34" charset="0"/>
            </a:endParaRPr>
          </a:p>
        </p:txBody>
      </p:sp>
      <p:sp>
        <p:nvSpPr>
          <p:cNvPr id="90118" name="Footer Placeholder 8">
            <a:extLst>
              <a:ext uri="{FF2B5EF4-FFF2-40B4-BE49-F238E27FC236}">
                <a16:creationId xmlns:a16="http://schemas.microsoft.com/office/drawing/2014/main" id="{85410DCE-FB20-41DF-B2BF-7774C937E79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pic>
        <p:nvPicPr>
          <p:cNvPr id="90119" name="Picture 2">
            <a:extLst>
              <a:ext uri="{FF2B5EF4-FFF2-40B4-BE49-F238E27FC236}">
                <a16:creationId xmlns:a16="http://schemas.microsoft.com/office/drawing/2014/main" id="{BEE9433E-87F6-4551-BAD6-3257E40D7E1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048000"/>
            <a:ext cx="83058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Zak C++ 7e PPT">
  <a:themeElements>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Mod">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Zak C++ 7e PPT</Template>
  <TotalTime>0</TotalTime>
  <Words>2002</Words>
  <Application>Microsoft Office PowerPoint</Application>
  <PresentationFormat>On-screen Show (4:3)</PresentationFormat>
  <Paragraphs>283</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ＭＳ Ｐゴシック</vt:lpstr>
      <vt:lpstr>Arial</vt:lpstr>
      <vt:lpstr>Calibri</vt:lpstr>
      <vt:lpstr>Times New Roman</vt:lpstr>
      <vt:lpstr>Trebuchet MS</vt:lpstr>
      <vt:lpstr>Zak C++ 7e PPT</vt:lpstr>
      <vt:lpstr>Chapter 2</vt:lpstr>
      <vt:lpstr>Chapter Objectives</vt:lpstr>
      <vt:lpstr>Problem Solving</vt:lpstr>
      <vt:lpstr>Solving Everyday Problems</vt:lpstr>
      <vt:lpstr>Solving Everyday Problems (cont’d.)</vt:lpstr>
      <vt:lpstr>Solving Everyday Problems (cont’d.)</vt:lpstr>
      <vt:lpstr>Creating Computer Solutions to Problems</vt:lpstr>
      <vt:lpstr>Creating Computer Solutions to Problems (cont’d.)</vt:lpstr>
      <vt:lpstr>Step 1−Analyzing the Problem</vt:lpstr>
      <vt:lpstr>Step 1−Analyzing the Problem (cont’d.)</vt:lpstr>
      <vt:lpstr>Step 1−Analyzing the Problem (cont’d.)</vt:lpstr>
      <vt:lpstr>Hints for Analyzing Problems</vt:lpstr>
      <vt:lpstr>Hints for Analyzing Problems (cont’d.)</vt:lpstr>
      <vt:lpstr>Hints for Analyzing Problems (cont’d.)</vt:lpstr>
      <vt:lpstr>Step 2−Planning the Algorithm</vt:lpstr>
      <vt:lpstr>Step 2−Planning the Algorithm (cont’d.)</vt:lpstr>
      <vt:lpstr>Step 2−Planning the Algorithm (cont’d.)</vt:lpstr>
      <vt:lpstr>Step 2−Planning the Algorithm (cont’d.)</vt:lpstr>
      <vt:lpstr>Step 2−Planning the Algorithm (cont’d.)</vt:lpstr>
      <vt:lpstr>Step 2−Planning the Algorithm (cont’d.)</vt:lpstr>
      <vt:lpstr>Step 3−Desk-Checking the Algorithm</vt:lpstr>
      <vt:lpstr>Step 3−Desk-Checking the Algorithm (cont’d.)</vt:lpstr>
      <vt:lpstr>Step 3−Desk-Checking the Algorithm (cont’d.)</vt:lpstr>
      <vt:lpstr>Step 3−Desk-Checking the Algorithm (cont’d.)</vt:lpstr>
      <vt:lpstr>Step 3−Desk-Checking the Algorithm (cont’d.)</vt:lpstr>
      <vt:lpstr>Step 3−Desk-Checking the Algorithm (cont’d.)</vt:lpstr>
      <vt:lpstr>Step 3−Desk-Checking the Algorithm (cont’d.)</vt:lpstr>
      <vt:lpstr>The Gas Mileage Problem</vt:lpstr>
      <vt:lpstr>The Gas Mileage Problem (cont’d.)</vt:lpstr>
      <vt:lpstr>The Gas Mileage Problem (cont’d.)</vt:lpstr>
      <vt:lpstr>Summary</vt:lpstr>
      <vt:lpstr>Summary (cont’d.)</vt:lpstr>
      <vt:lpstr>Lab 2-1: Stop and Analyze</vt:lpstr>
      <vt:lpstr>Lab 2-1: Stop and Analyze (cont’d.)</vt:lpstr>
      <vt:lpstr>Lab 2-2: Plan and Create</vt:lpstr>
      <vt:lpstr>Lab 2-2: Plan and Create (cont’d.)</vt:lpstr>
      <vt:lpstr>Lab 2-2: Plan and Create (cont’d.)</vt:lpstr>
      <vt:lpstr>Lab 2-3: Modify</vt:lpstr>
      <vt:lpstr>Lab 2-4: What’s Missing?</vt:lpstr>
      <vt:lpstr>Lab 2-4: What’s Missing? (cont’d.)</vt:lpstr>
      <vt:lpstr>Lab 2-5: Desk-Check</vt:lpstr>
      <vt:lpstr>Lab 2-6: Debug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2012-07-02T16:38:45Z</dcterms:created>
  <dcterms:modified xsi:type="dcterms:W3CDTF">2020-07-14T20:38:20Z</dcterms:modified>
</cp:coreProperties>
</file>