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74" r:id="rId6"/>
    <p:sldId id="259" r:id="rId7"/>
    <p:sldId id="275" r:id="rId8"/>
    <p:sldId id="260" r:id="rId9"/>
    <p:sldId id="276" r:id="rId10"/>
    <p:sldId id="261" r:id="rId11"/>
    <p:sldId id="277" r:id="rId12"/>
    <p:sldId id="262" r:id="rId13"/>
    <p:sldId id="278" r:id="rId14"/>
    <p:sldId id="263" r:id="rId15"/>
    <p:sldId id="264" r:id="rId16"/>
    <p:sldId id="265" r:id="rId17"/>
    <p:sldId id="266" r:id="rId18"/>
    <p:sldId id="267" r:id="rId19"/>
    <p:sldId id="268" r:id="rId20"/>
    <p:sldId id="279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97c7b900f41abbbd" providerId="LiveId" clId="{3FCB2706-CECF-4B20-A436-27E63796DD5F}"/>
    <pc:docChg chg="undo custSel addSld modSld">
      <pc:chgData name="" userId="97c7b900f41abbbd" providerId="LiveId" clId="{3FCB2706-CECF-4B20-A436-27E63796DD5F}" dt="2020-07-15T19:47:32.796" v="761" actId="20577"/>
      <pc:docMkLst>
        <pc:docMk/>
      </pc:docMkLst>
      <pc:sldChg chg="modSp">
        <pc:chgData name="" userId="97c7b900f41abbbd" providerId="LiveId" clId="{3FCB2706-CECF-4B20-A436-27E63796DD5F}" dt="2020-07-15T17:38:01.215" v="10" actId="20577"/>
        <pc:sldMkLst>
          <pc:docMk/>
          <pc:sldMk cId="3689401079" sldId="257"/>
        </pc:sldMkLst>
        <pc:spChg chg="mod">
          <ac:chgData name="" userId="97c7b900f41abbbd" providerId="LiveId" clId="{3FCB2706-CECF-4B20-A436-27E63796DD5F}" dt="2020-07-15T17:38:01.215" v="10" actId="20577"/>
          <ac:spMkLst>
            <pc:docMk/>
            <pc:sldMk cId="3689401079" sldId="257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7:38:06.329" v="22" actId="20577"/>
        <pc:sldMkLst>
          <pc:docMk/>
          <pc:sldMk cId="1742893693" sldId="258"/>
        </pc:sldMkLst>
        <pc:spChg chg="mod">
          <ac:chgData name="" userId="97c7b900f41abbbd" providerId="LiveId" clId="{3FCB2706-CECF-4B20-A436-27E63796DD5F}" dt="2020-07-15T17:38:06.329" v="22" actId="20577"/>
          <ac:spMkLst>
            <pc:docMk/>
            <pc:sldMk cId="1742893693" sldId="258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7:38:14.464" v="43" actId="20577"/>
        <pc:sldMkLst>
          <pc:docMk/>
          <pc:sldMk cId="1675175235" sldId="259"/>
        </pc:sldMkLst>
        <pc:spChg chg="mod">
          <ac:chgData name="" userId="97c7b900f41abbbd" providerId="LiveId" clId="{3FCB2706-CECF-4B20-A436-27E63796DD5F}" dt="2020-07-15T17:38:14.464" v="43" actId="20577"/>
          <ac:spMkLst>
            <pc:docMk/>
            <pc:sldMk cId="1675175235" sldId="259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7:38:21.374" v="55" actId="20577"/>
        <pc:sldMkLst>
          <pc:docMk/>
          <pc:sldMk cId="20149047" sldId="260"/>
        </pc:sldMkLst>
        <pc:spChg chg="mod">
          <ac:chgData name="" userId="97c7b900f41abbbd" providerId="LiveId" clId="{3FCB2706-CECF-4B20-A436-27E63796DD5F}" dt="2020-07-15T17:38:21.374" v="55" actId="20577"/>
          <ac:spMkLst>
            <pc:docMk/>
            <pc:sldMk cId="20149047" sldId="260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7:38:27.818" v="67" actId="20577"/>
        <pc:sldMkLst>
          <pc:docMk/>
          <pc:sldMk cId="850114542" sldId="261"/>
        </pc:sldMkLst>
        <pc:spChg chg="mod">
          <ac:chgData name="" userId="97c7b900f41abbbd" providerId="LiveId" clId="{3FCB2706-CECF-4B20-A436-27E63796DD5F}" dt="2020-07-15T17:38:27.818" v="67" actId="20577"/>
          <ac:spMkLst>
            <pc:docMk/>
            <pc:sldMk cId="850114542" sldId="261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1:43.771" v="691" actId="20577"/>
        <pc:sldMkLst>
          <pc:docMk/>
          <pc:sldMk cId="341808123" sldId="262"/>
        </pc:sldMkLst>
        <pc:spChg chg="mod">
          <ac:chgData name="" userId="97c7b900f41abbbd" providerId="LiveId" clId="{3FCB2706-CECF-4B20-A436-27E63796DD5F}" dt="2020-07-15T19:41:43.771" v="691" actId="20577"/>
          <ac:spMkLst>
            <pc:docMk/>
            <pc:sldMk cId="341808123" sldId="262"/>
            <ac:spMk id="2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3:17.621" v="726" actId="20577"/>
        <pc:sldMkLst>
          <pc:docMk/>
          <pc:sldMk cId="484643641" sldId="264"/>
        </pc:sldMkLst>
        <pc:spChg chg="mod">
          <ac:chgData name="" userId="97c7b900f41abbbd" providerId="LiveId" clId="{3FCB2706-CECF-4B20-A436-27E63796DD5F}" dt="2020-07-15T17:38:45.311" v="82" actId="20577"/>
          <ac:spMkLst>
            <pc:docMk/>
            <pc:sldMk cId="484643641" sldId="264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3:17.621" v="726" actId="20577"/>
          <ac:spMkLst>
            <pc:docMk/>
            <pc:sldMk cId="484643641" sldId="264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3:33.341" v="727" actId="20577"/>
        <pc:sldMkLst>
          <pc:docMk/>
          <pc:sldMk cId="3996231847" sldId="265"/>
        </pc:sldMkLst>
        <pc:spChg chg="mod">
          <ac:chgData name="" userId="97c7b900f41abbbd" providerId="LiveId" clId="{3FCB2706-CECF-4B20-A436-27E63796DD5F}" dt="2020-07-15T17:38:47.824" v="84" actId="20577"/>
          <ac:spMkLst>
            <pc:docMk/>
            <pc:sldMk cId="3996231847" sldId="265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3:33.341" v="727" actId="20577"/>
          <ac:spMkLst>
            <pc:docMk/>
            <pc:sldMk cId="3996231847" sldId="265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4:58.911" v="739" actId="20577"/>
        <pc:sldMkLst>
          <pc:docMk/>
          <pc:sldMk cId="1427442341" sldId="266"/>
        </pc:sldMkLst>
        <pc:spChg chg="mod">
          <ac:chgData name="" userId="97c7b900f41abbbd" providerId="LiveId" clId="{3FCB2706-CECF-4B20-A436-27E63796DD5F}" dt="2020-07-15T19:43:44.631" v="728" actId="114"/>
          <ac:spMkLst>
            <pc:docMk/>
            <pc:sldMk cId="1427442341" sldId="266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4:58.911" v="739" actId="20577"/>
          <ac:spMkLst>
            <pc:docMk/>
            <pc:sldMk cId="1427442341" sldId="266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4:19.211" v="730" actId="20577"/>
        <pc:sldMkLst>
          <pc:docMk/>
          <pc:sldMk cId="918033852" sldId="267"/>
        </pc:sldMkLst>
        <pc:spChg chg="mod">
          <ac:chgData name="" userId="97c7b900f41abbbd" providerId="LiveId" clId="{3FCB2706-CECF-4B20-A436-27E63796DD5F}" dt="2020-07-15T17:39:07.062" v="105" actId="20577"/>
          <ac:spMkLst>
            <pc:docMk/>
            <pc:sldMk cId="918033852" sldId="267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4:19.211" v="730" actId="20577"/>
          <ac:spMkLst>
            <pc:docMk/>
            <pc:sldMk cId="918033852" sldId="267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6:47.721" v="757" actId="404"/>
        <pc:sldMkLst>
          <pc:docMk/>
          <pc:sldMk cId="1829115456" sldId="268"/>
        </pc:sldMkLst>
        <pc:spChg chg="mod">
          <ac:chgData name="" userId="97c7b900f41abbbd" providerId="LiveId" clId="{3FCB2706-CECF-4B20-A436-27E63796DD5F}" dt="2020-07-15T17:39:19.221" v="118" actId="20577"/>
          <ac:spMkLst>
            <pc:docMk/>
            <pc:sldMk cId="1829115456" sldId="268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6:47.721" v="757" actId="404"/>
          <ac:spMkLst>
            <pc:docMk/>
            <pc:sldMk cId="1829115456" sldId="268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9:47:32.796" v="761" actId="20577"/>
        <pc:sldMkLst>
          <pc:docMk/>
          <pc:sldMk cId="50948075" sldId="270"/>
        </pc:sldMkLst>
        <pc:spChg chg="mod">
          <ac:chgData name="" userId="97c7b900f41abbbd" providerId="LiveId" clId="{3FCB2706-CECF-4B20-A436-27E63796DD5F}" dt="2020-07-15T19:47:32.796" v="761" actId="20577"/>
          <ac:spMkLst>
            <pc:docMk/>
            <pc:sldMk cId="50948075" sldId="270"/>
            <ac:spMk id="3" creationId="{00000000-0000-0000-0000-000000000000}"/>
          </ac:spMkLst>
        </pc:spChg>
      </pc:sldChg>
      <pc:sldChg chg="modSp">
        <pc:chgData name="" userId="97c7b900f41abbbd" providerId="LiveId" clId="{3FCB2706-CECF-4B20-A436-27E63796DD5F}" dt="2020-07-15T17:39:35.179" v="130" actId="20577"/>
        <pc:sldMkLst>
          <pc:docMk/>
          <pc:sldMk cId="4232848710" sldId="272"/>
        </pc:sldMkLst>
        <pc:spChg chg="mod">
          <ac:chgData name="" userId="97c7b900f41abbbd" providerId="LiveId" clId="{3FCB2706-CECF-4B20-A436-27E63796DD5F}" dt="2020-07-15T17:39:35.179" v="130" actId="20577"/>
          <ac:spMkLst>
            <pc:docMk/>
            <pc:sldMk cId="4232848710" sldId="272"/>
            <ac:spMk id="2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37:32.296" v="222" actId="20577"/>
        <pc:sldMkLst>
          <pc:docMk/>
          <pc:sldMk cId="2950238366" sldId="273"/>
        </pc:sldMkLst>
        <pc:spChg chg="mod">
          <ac:chgData name="" userId="97c7b900f41abbbd" providerId="LiveId" clId="{3FCB2706-CECF-4B20-A436-27E63796DD5F}" dt="2020-07-15T19:36:38.216" v="140" actId="20577"/>
          <ac:spMkLst>
            <pc:docMk/>
            <pc:sldMk cId="2950238366" sldId="273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37:32.296" v="222" actId="20577"/>
          <ac:spMkLst>
            <pc:docMk/>
            <pc:sldMk cId="2950238366" sldId="273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39:15.766" v="346" actId="20577"/>
        <pc:sldMkLst>
          <pc:docMk/>
          <pc:sldMk cId="2829888672" sldId="274"/>
        </pc:sldMkLst>
        <pc:spChg chg="mod">
          <ac:chgData name="" userId="97c7b900f41abbbd" providerId="LiveId" clId="{3FCB2706-CECF-4B20-A436-27E63796DD5F}" dt="2020-07-15T19:38:15.482" v="230" actId="20577"/>
          <ac:spMkLst>
            <pc:docMk/>
            <pc:sldMk cId="2829888672" sldId="274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39:15.766" v="346" actId="20577"/>
          <ac:spMkLst>
            <pc:docMk/>
            <pc:sldMk cId="2829888672" sldId="274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40:03.636" v="467" actId="20577"/>
        <pc:sldMkLst>
          <pc:docMk/>
          <pc:sldMk cId="1036493485" sldId="275"/>
        </pc:sldMkLst>
        <pc:spChg chg="mod">
          <ac:chgData name="" userId="97c7b900f41abbbd" providerId="LiveId" clId="{3FCB2706-CECF-4B20-A436-27E63796DD5F}" dt="2020-07-15T19:39:27.361" v="354" actId="20577"/>
          <ac:spMkLst>
            <pc:docMk/>
            <pc:sldMk cId="1036493485" sldId="275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0:03.636" v="467" actId="20577"/>
          <ac:spMkLst>
            <pc:docMk/>
            <pc:sldMk cId="1036493485" sldId="275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40:28.346" v="504" actId="20577"/>
        <pc:sldMkLst>
          <pc:docMk/>
          <pc:sldMk cId="2555769489" sldId="276"/>
        </pc:sldMkLst>
        <pc:spChg chg="mod">
          <ac:chgData name="" userId="97c7b900f41abbbd" providerId="LiveId" clId="{3FCB2706-CECF-4B20-A436-27E63796DD5F}" dt="2020-07-15T19:40:11.883" v="475" actId="20577"/>
          <ac:spMkLst>
            <pc:docMk/>
            <pc:sldMk cId="2555769489" sldId="276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0:28.346" v="504" actId="20577"/>
          <ac:spMkLst>
            <pc:docMk/>
            <pc:sldMk cId="2555769489" sldId="276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41:21.229" v="675" actId="20577"/>
        <pc:sldMkLst>
          <pc:docMk/>
          <pc:sldMk cId="1041101940" sldId="277"/>
        </pc:sldMkLst>
        <pc:spChg chg="mod">
          <ac:chgData name="" userId="97c7b900f41abbbd" providerId="LiveId" clId="{3FCB2706-CECF-4B20-A436-27E63796DD5F}" dt="2020-07-15T19:40:37.330" v="512" actId="20577"/>
          <ac:spMkLst>
            <pc:docMk/>
            <pc:sldMk cId="1041101940" sldId="277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1:21.229" v="675" actId="20577"/>
          <ac:spMkLst>
            <pc:docMk/>
            <pc:sldMk cId="1041101940" sldId="277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42:55.831" v="725" actId="20577"/>
        <pc:sldMkLst>
          <pc:docMk/>
          <pc:sldMk cId="2765972792" sldId="278"/>
        </pc:sldMkLst>
        <pc:spChg chg="mod">
          <ac:chgData name="" userId="97c7b900f41abbbd" providerId="LiveId" clId="{3FCB2706-CECF-4B20-A436-27E63796DD5F}" dt="2020-07-15T19:41:40.292" v="690" actId="20577"/>
          <ac:spMkLst>
            <pc:docMk/>
            <pc:sldMk cId="2765972792" sldId="278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2:55.831" v="725" actId="20577"/>
          <ac:spMkLst>
            <pc:docMk/>
            <pc:sldMk cId="2765972792" sldId="278"/>
            <ac:spMk id="3" creationId="{00000000-0000-0000-0000-000000000000}"/>
          </ac:spMkLst>
        </pc:spChg>
      </pc:sldChg>
      <pc:sldChg chg="modSp add">
        <pc:chgData name="" userId="97c7b900f41abbbd" providerId="LiveId" clId="{3FCB2706-CECF-4B20-A436-27E63796DD5F}" dt="2020-07-15T19:46:08.872" v="752" actId="207"/>
        <pc:sldMkLst>
          <pc:docMk/>
          <pc:sldMk cId="3346008149" sldId="279"/>
        </pc:sldMkLst>
        <pc:spChg chg="mod">
          <ac:chgData name="" userId="97c7b900f41abbbd" providerId="LiveId" clId="{3FCB2706-CECF-4B20-A436-27E63796DD5F}" dt="2020-07-15T19:45:32.986" v="747" actId="20577"/>
          <ac:spMkLst>
            <pc:docMk/>
            <pc:sldMk cId="3346008149" sldId="279"/>
            <ac:spMk id="2" creationId="{00000000-0000-0000-0000-000000000000}"/>
          </ac:spMkLst>
        </pc:spChg>
        <pc:spChg chg="mod">
          <ac:chgData name="" userId="97c7b900f41abbbd" providerId="LiveId" clId="{3FCB2706-CECF-4B20-A436-27E63796DD5F}" dt="2020-07-15T19:46:08.872" v="752" actId="207"/>
          <ac:spMkLst>
            <pc:docMk/>
            <pc:sldMk cId="3346008149" sldId="27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 Continues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282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What is the difference between an accumulator and a counter?</a:t>
            </a:r>
          </a:p>
        </p:txBody>
      </p:sp>
    </p:spTree>
    <p:extLst>
      <p:ext uri="{BB962C8B-B14F-4D97-AF65-F5344CB8AC3E}">
        <p14:creationId xmlns:p14="http://schemas.microsoft.com/office/powerpoint/2010/main" val="3689401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1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counter counts. Like 1,2, 3, 4.</a:t>
            </a:r>
          </a:p>
          <a:p>
            <a:r>
              <a:rPr lang="en-US" sz="4800" dirty="0"/>
              <a:t>An accumulator accumulates like 10+15+30.</a:t>
            </a:r>
          </a:p>
        </p:txBody>
      </p:sp>
    </p:spTree>
    <p:extLst>
      <p:ext uri="{BB962C8B-B14F-4D97-AF65-F5344CB8AC3E}">
        <p14:creationId xmlns:p14="http://schemas.microsoft.com/office/powerpoint/2010/main" val="295023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If you have a </a:t>
            </a:r>
            <a:r>
              <a:rPr lang="en-US" sz="4400" b="1" dirty="0"/>
              <a:t>priming read </a:t>
            </a:r>
            <a:r>
              <a:rPr lang="en-US" sz="4400" dirty="0"/>
              <a:t>before a loop condition, but no </a:t>
            </a:r>
            <a:r>
              <a:rPr lang="en-US" sz="4400" b="1" dirty="0"/>
              <a:t>update read</a:t>
            </a:r>
            <a:r>
              <a:rPr lang="en-US" sz="4400" dirty="0"/>
              <a:t>, what will be the result?</a:t>
            </a:r>
          </a:p>
        </p:txBody>
      </p:sp>
    </p:spTree>
    <p:extLst>
      <p:ext uri="{BB962C8B-B14F-4D97-AF65-F5344CB8AC3E}">
        <p14:creationId xmlns:p14="http://schemas.microsoft.com/office/powerpoint/2010/main" val="174289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2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variable controlling the loop will never be updated. </a:t>
            </a:r>
          </a:p>
          <a:p>
            <a:r>
              <a:rPr lang="en-US" sz="4400" dirty="0"/>
              <a:t>This will cause an endless loop.</a:t>
            </a:r>
          </a:p>
        </p:txBody>
      </p:sp>
    </p:spTree>
    <p:extLst>
      <p:ext uri="{BB962C8B-B14F-4D97-AF65-F5344CB8AC3E}">
        <p14:creationId xmlns:p14="http://schemas.microsoft.com/office/powerpoint/2010/main" val="282988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the purpose of the </a:t>
            </a:r>
            <a:r>
              <a:rPr lang="en-US" sz="4400" b="1" dirty="0"/>
              <a:t>sentinel value </a:t>
            </a:r>
            <a:r>
              <a:rPr lang="en-US" sz="4400" dirty="0"/>
              <a:t>and where does it come from?</a:t>
            </a:r>
          </a:p>
        </p:txBody>
      </p:sp>
    </p:spTree>
    <p:extLst>
      <p:ext uri="{BB962C8B-B14F-4D97-AF65-F5344CB8AC3E}">
        <p14:creationId xmlns:p14="http://schemas.microsoft.com/office/powerpoint/2010/main" val="1675175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3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sentinel value is a value that ends a loop. It can be any value that is logical for ending the loop.</a:t>
            </a:r>
          </a:p>
        </p:txBody>
      </p:sp>
    </p:spTree>
    <p:extLst>
      <p:ext uri="{BB962C8B-B14F-4D97-AF65-F5344CB8AC3E}">
        <p14:creationId xmlns:p14="http://schemas.microsoft.com/office/powerpoint/2010/main" val="103649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instructions between the brackets after a while statement are known as the ________?</a:t>
            </a:r>
          </a:p>
        </p:txBody>
      </p:sp>
    </p:spTree>
    <p:extLst>
      <p:ext uri="{BB962C8B-B14F-4D97-AF65-F5344CB8AC3E}">
        <p14:creationId xmlns:p14="http://schemas.microsoft.com/office/powerpoint/2010/main" val="2014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4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They are the loop body.</a:t>
            </a:r>
          </a:p>
        </p:txBody>
      </p:sp>
    </p:spTree>
    <p:extLst>
      <p:ext uri="{BB962C8B-B14F-4D97-AF65-F5344CB8AC3E}">
        <p14:creationId xmlns:p14="http://schemas.microsoft.com/office/powerpoint/2010/main" val="2555769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Why do you use a </a:t>
            </a:r>
            <a:r>
              <a:rPr lang="en-US" sz="4400" b="1" i="1" dirty="0"/>
              <a:t>break</a:t>
            </a:r>
            <a:r>
              <a:rPr lang="en-US" sz="4400" dirty="0"/>
              <a:t> statement in a switch/case statement?</a:t>
            </a:r>
          </a:p>
        </p:txBody>
      </p:sp>
    </p:spTree>
    <p:extLst>
      <p:ext uri="{BB962C8B-B14F-4D97-AF65-F5344CB8AC3E}">
        <p14:creationId xmlns:p14="http://schemas.microsoft.com/office/powerpoint/2010/main" val="85011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5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The break statement ends the processing for that value. It can shorten the processing time for the code because every case will not need to be evaluated.</a:t>
            </a:r>
          </a:p>
        </p:txBody>
      </p:sp>
    </p:spTree>
    <p:extLst>
      <p:ext uri="{BB962C8B-B14F-4D97-AF65-F5344CB8AC3E}">
        <p14:creationId xmlns:p14="http://schemas.microsoft.com/office/powerpoint/2010/main" val="1041101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5922"/>
            <a:ext cx="11029615" cy="4765182"/>
          </a:xfrm>
        </p:spPr>
        <p:txBody>
          <a:bodyPr>
            <a:normAutofit/>
          </a:bodyPr>
          <a:lstStyle/>
          <a:p>
            <a:r>
              <a:rPr lang="en-US" sz="4000" dirty="0"/>
              <a:t>What is the following structure called?</a:t>
            </a:r>
          </a:p>
          <a:p>
            <a:r>
              <a:rPr lang="en-US" sz="2800" dirty="0"/>
              <a:t>if (age &gt; 0)</a:t>
            </a:r>
          </a:p>
          <a:p>
            <a:pPr lvl="1"/>
            <a:r>
              <a:rPr lang="en-US" sz="2800" dirty="0"/>
              <a:t>{ </a:t>
            </a:r>
          </a:p>
          <a:p>
            <a:pPr lvl="1"/>
            <a:r>
              <a:rPr lang="en-US" sz="2800" dirty="0"/>
              <a:t>cout &lt;&lt; “Your age is: “ &lt;&lt; age &lt;&lt; endl;</a:t>
            </a:r>
          </a:p>
          <a:p>
            <a:pPr lvl="1"/>
            <a:r>
              <a:rPr lang="en-US" sz="2800" dirty="0"/>
              <a:t>if ( age == 99)</a:t>
            </a:r>
          </a:p>
          <a:p>
            <a:pPr lvl="2"/>
            <a:r>
              <a:rPr lang="en-US" sz="2800" dirty="0"/>
              <a:t>Cout &lt;&lt; “ You are almost 100!” &lt;&lt; endl;</a:t>
            </a:r>
          </a:p>
          <a:p>
            <a:pPr lvl="2"/>
            <a:r>
              <a:rPr lang="en-US" sz="2800" dirty="0"/>
              <a:t>}//endif</a:t>
            </a:r>
          </a:p>
        </p:txBody>
      </p:sp>
    </p:spTree>
    <p:extLst>
      <p:ext uri="{BB962C8B-B14F-4D97-AF65-F5344CB8AC3E}">
        <p14:creationId xmlns:p14="http://schemas.microsoft.com/office/powerpoint/2010/main" val="341808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 6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815922"/>
            <a:ext cx="11029615" cy="4765182"/>
          </a:xfrm>
        </p:spPr>
        <p:txBody>
          <a:bodyPr>
            <a:normAutofit/>
          </a:bodyPr>
          <a:lstStyle/>
          <a:p>
            <a:r>
              <a:rPr lang="en-US" sz="4000" dirty="0"/>
              <a:t>A single-decision structure.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5972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for</a:t>
            </a:r>
          </a:p>
          <a:p>
            <a:pPr lvl="1"/>
            <a:r>
              <a:rPr lang="en-US" sz="3200" dirty="0"/>
              <a:t>Mostly for counter-controlled pretest loops</a:t>
            </a:r>
          </a:p>
          <a:p>
            <a:pPr lvl="1"/>
            <a:r>
              <a:rPr lang="en-US" sz="3200" dirty="0"/>
              <a:t>for (int x = 1; x&lt;4; x+=1)</a:t>
            </a:r>
          </a:p>
          <a:p>
            <a:pPr lvl="2"/>
            <a:r>
              <a:rPr lang="en-US" sz="3000" dirty="0"/>
              <a:t>cout &lt;&lt;  x &lt;&lt; endl;</a:t>
            </a:r>
          </a:p>
          <a:p>
            <a:pPr lvl="2"/>
            <a:r>
              <a:rPr lang="en-US" sz="3000" dirty="0"/>
              <a:t>//end for</a:t>
            </a:r>
          </a:p>
        </p:txBody>
      </p:sp>
    </p:spTree>
    <p:extLst>
      <p:ext uri="{BB962C8B-B14F-4D97-AF65-F5344CB8AC3E}">
        <p14:creationId xmlns:p14="http://schemas.microsoft.com/office/powerpoint/2010/main" val="2499264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 program declares an int variable named evenNum and initializes it to 2. Write a C++ while loop that uses the evenNum variable to display the even integers between 1 and 9.</a:t>
            </a:r>
          </a:p>
        </p:txBody>
      </p:sp>
    </p:spTree>
    <p:extLst>
      <p:ext uri="{BB962C8B-B14F-4D97-AF65-F5344CB8AC3E}">
        <p14:creationId xmlns:p14="http://schemas.microsoft.com/office/powerpoint/2010/main" val="48464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44710"/>
            <a:ext cx="11029615" cy="4752304"/>
          </a:xfrm>
        </p:spPr>
        <p:txBody>
          <a:bodyPr>
            <a:noAutofit/>
          </a:bodyPr>
          <a:lstStyle/>
          <a:p>
            <a:r>
              <a:rPr lang="en-US" sz="3600" dirty="0"/>
              <a:t>int evenNum = 2;</a:t>
            </a:r>
          </a:p>
          <a:p>
            <a:r>
              <a:rPr lang="en-US" sz="3600" dirty="0"/>
              <a:t>while (evenNum &lt; 9)</a:t>
            </a:r>
          </a:p>
          <a:p>
            <a:r>
              <a:rPr lang="en-US" sz="3600" dirty="0"/>
              <a:t>{</a:t>
            </a:r>
          </a:p>
          <a:p>
            <a:pPr lvl="1"/>
            <a:r>
              <a:rPr lang="en-US" sz="3600" dirty="0"/>
              <a:t>cout &lt;&lt; “ The number is: “ &lt;&lt; evenNum;</a:t>
            </a:r>
          </a:p>
          <a:p>
            <a:pPr lvl="1"/>
            <a:r>
              <a:rPr lang="en-US" sz="3600" dirty="0"/>
              <a:t>evenNum = evenNum + 2:</a:t>
            </a:r>
          </a:p>
          <a:p>
            <a:pPr lvl="1"/>
            <a:r>
              <a:rPr lang="en-US" sz="3600" dirty="0"/>
              <a:t>}//endwhile</a:t>
            </a:r>
          </a:p>
        </p:txBody>
      </p:sp>
    </p:spTree>
    <p:extLst>
      <p:ext uri="{BB962C8B-B14F-4D97-AF65-F5344CB8AC3E}">
        <p14:creationId xmlns:p14="http://schemas.microsoft.com/office/powerpoint/2010/main" val="399623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about </a:t>
            </a:r>
            <a:r>
              <a:rPr lang="en-US" i="1" dirty="0"/>
              <a:t>for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57590"/>
            <a:ext cx="11029615" cy="4726546"/>
          </a:xfrm>
        </p:spPr>
        <p:txBody>
          <a:bodyPr>
            <a:noAutofit/>
          </a:bodyPr>
          <a:lstStyle/>
          <a:p>
            <a:r>
              <a:rPr lang="en-US" sz="3200" dirty="0"/>
              <a:t>Which of the following </a:t>
            </a:r>
            <a:r>
              <a:rPr lang="en-US" sz="3200" b="1" dirty="0"/>
              <a:t>for</a:t>
            </a:r>
            <a:r>
              <a:rPr lang="en-US" sz="3200" dirty="0"/>
              <a:t> clauses processes the loop instructions as long as the x variable’s value is less than or equal to the number 100?</a:t>
            </a:r>
          </a:p>
          <a:p>
            <a:r>
              <a:rPr lang="en-US" sz="3200" dirty="0"/>
              <a:t>for (int x = 10; x &lt;= 100; x = x +10)</a:t>
            </a:r>
          </a:p>
          <a:p>
            <a:r>
              <a:rPr lang="en-US" sz="3200" dirty="0"/>
              <a:t>for (int x = 10; x &lt;  100, x = x+10)</a:t>
            </a:r>
          </a:p>
          <a:p>
            <a:r>
              <a:rPr lang="en-US" sz="3200" dirty="0"/>
              <a:t>for (int x==10; x &lt;= 100; x = x+10)</a:t>
            </a:r>
          </a:p>
          <a:p>
            <a:r>
              <a:rPr lang="en-US" sz="3200" dirty="0"/>
              <a:t>for (int x = x+10; x &lt;= 100; x=10)</a:t>
            </a:r>
          </a:p>
        </p:txBody>
      </p:sp>
    </p:spTree>
    <p:extLst>
      <p:ext uri="{BB962C8B-B14F-4D97-AF65-F5344CB8AC3E}">
        <p14:creationId xmlns:p14="http://schemas.microsoft.com/office/powerpoint/2010/main" val="1427442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about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for (int x = 10; x &lt;= 100; x = x +10)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33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about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5003"/>
          </a:xfrm>
        </p:spPr>
        <p:txBody>
          <a:bodyPr>
            <a:noAutofit/>
          </a:bodyPr>
          <a:lstStyle/>
          <a:p>
            <a:r>
              <a:rPr lang="en-US" sz="3600" dirty="0"/>
              <a:t>The computer will stop processing the loop associated with the </a:t>
            </a:r>
            <a:r>
              <a:rPr lang="en-US" sz="3600" b="1" dirty="0"/>
              <a:t>for</a:t>
            </a:r>
            <a:r>
              <a:rPr lang="en-US" sz="3600" dirty="0"/>
              <a:t> clause from the previous question when the x variable contains the number ------?</a:t>
            </a:r>
          </a:p>
          <a:p>
            <a:r>
              <a:rPr lang="en-US" sz="3600" dirty="0"/>
              <a:t>for (int x = 10; x &lt;= 100; x = x +10)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800" dirty="0"/>
              <a:t>100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800" dirty="0"/>
              <a:t>111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800" dirty="0"/>
              <a:t>101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2800" dirty="0"/>
              <a:t>110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29115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about loops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65003"/>
          </a:xfrm>
        </p:spPr>
        <p:txBody>
          <a:bodyPr>
            <a:noAutofit/>
          </a:bodyPr>
          <a:lstStyle/>
          <a:p>
            <a:r>
              <a:rPr lang="en-US" sz="3600" dirty="0"/>
              <a:t>The computer will stop processing the loop associated with the </a:t>
            </a:r>
            <a:r>
              <a:rPr lang="en-US" sz="3600" b="1" dirty="0"/>
              <a:t>for</a:t>
            </a:r>
            <a:r>
              <a:rPr lang="en-US" sz="3600" dirty="0"/>
              <a:t> clause from the previous question when the x variable contains the number ------?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3600" dirty="0">
                <a:solidFill>
                  <a:schemeClr val="tx1"/>
                </a:solidFill>
              </a:rPr>
              <a:t>100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3600" dirty="0"/>
              <a:t>111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3600" dirty="0"/>
              <a:t>101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3600" dirty="0">
                <a:solidFill>
                  <a:srgbClr val="FF0000"/>
                </a:solidFill>
              </a:rPr>
              <a:t>110</a:t>
            </a:r>
          </a:p>
        </p:txBody>
      </p:sp>
    </p:spTree>
    <p:extLst>
      <p:ext uri="{BB962C8B-B14F-4D97-AF65-F5344CB8AC3E}">
        <p14:creationId xmlns:p14="http://schemas.microsoft.com/office/powerpoint/2010/main" val="3346008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question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Write a </a:t>
            </a:r>
            <a:r>
              <a:rPr lang="en-US" sz="3600" b="1" dirty="0"/>
              <a:t>for</a:t>
            </a:r>
            <a:r>
              <a:rPr lang="en-US" sz="3600" dirty="0"/>
              <a:t> clause that processes the loop instructions as long as the value stored in the x variable is greater than the number 0. The x variable should be an int variable. Initialize the variable to the number 25 and update it by -5 with each repetition of the loop.</a:t>
            </a:r>
          </a:p>
        </p:txBody>
      </p:sp>
    </p:spTree>
    <p:extLst>
      <p:ext uri="{BB962C8B-B14F-4D97-AF65-F5344CB8AC3E}">
        <p14:creationId xmlns:p14="http://schemas.microsoft.com/office/powerpoint/2010/main" val="2492833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How close were you?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for (int x = 25; x &gt; 0; x = x-5)</a:t>
            </a:r>
          </a:p>
        </p:txBody>
      </p:sp>
    </p:spTree>
    <p:extLst>
      <p:ext uri="{BB962C8B-B14F-4D97-AF65-F5344CB8AC3E}">
        <p14:creationId xmlns:p14="http://schemas.microsoft.com/office/powerpoint/2010/main" val="50948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Name the three programming structures you have learned about in this book.</a:t>
            </a:r>
          </a:p>
        </p:txBody>
      </p:sp>
    </p:spTree>
    <p:extLst>
      <p:ext uri="{BB962C8B-B14F-4D97-AF65-F5344CB8AC3E}">
        <p14:creationId xmlns:p14="http://schemas.microsoft.com/office/powerpoint/2010/main" val="1391295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Sequence</a:t>
            </a:r>
          </a:p>
          <a:p>
            <a:r>
              <a:rPr lang="en-US" sz="4400" dirty="0"/>
              <a:t>Selection</a:t>
            </a:r>
          </a:p>
          <a:p>
            <a:r>
              <a:rPr lang="en-US" sz="4400" dirty="0"/>
              <a:t>Repetition</a:t>
            </a:r>
          </a:p>
        </p:txBody>
      </p:sp>
    </p:spTree>
    <p:extLst>
      <p:ext uri="{BB962C8B-B14F-4D97-AF65-F5344CB8AC3E}">
        <p14:creationId xmlns:p14="http://schemas.microsoft.com/office/powerpoint/2010/main" val="423284871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TC103457464[[fn=Dividend]]</Template>
  <TotalTime>162</TotalTime>
  <Words>669</Words>
  <Application>Microsoft Office PowerPoint</Application>
  <PresentationFormat>Widescreen</PresentationFormat>
  <Paragraphs>79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Gill Sans MT</vt:lpstr>
      <vt:lpstr>Wingdings 2</vt:lpstr>
      <vt:lpstr>Dividend</vt:lpstr>
      <vt:lpstr>Chapter 7 Continues</vt:lpstr>
      <vt:lpstr>Review question 1</vt:lpstr>
      <vt:lpstr>Review question 1 Answer</vt:lpstr>
      <vt:lpstr>Review question 2</vt:lpstr>
      <vt:lpstr>Review question 2 answer</vt:lpstr>
      <vt:lpstr>Review question 3</vt:lpstr>
      <vt:lpstr>Review question 3 answer</vt:lpstr>
      <vt:lpstr>Review question 4</vt:lpstr>
      <vt:lpstr>Review question 4 Answer</vt:lpstr>
      <vt:lpstr>Review question 5</vt:lpstr>
      <vt:lpstr>Review question 5 answer</vt:lpstr>
      <vt:lpstr>Review question  6</vt:lpstr>
      <vt:lpstr>Review question 6 Answer</vt:lpstr>
      <vt:lpstr>New statement</vt:lpstr>
      <vt:lpstr>Practice 1</vt:lpstr>
      <vt:lpstr>Answer 1</vt:lpstr>
      <vt:lpstr>Question about for?</vt:lpstr>
      <vt:lpstr>Answer about for</vt:lpstr>
      <vt:lpstr>Question about loops</vt:lpstr>
      <vt:lpstr>Question about loops answer</vt:lpstr>
      <vt:lpstr>Final question </vt:lpstr>
      <vt:lpstr>Answer: How close were you?</vt:lpstr>
      <vt:lpstr>Question of the day</vt:lpstr>
      <vt:lpstr>Answer of the day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Continues</dc:title>
  <dc:creator>laptop</dc:creator>
  <cp:lastModifiedBy>Kelly Hinson</cp:lastModifiedBy>
  <cp:revision>6</cp:revision>
  <dcterms:created xsi:type="dcterms:W3CDTF">2014-03-29T21:21:38Z</dcterms:created>
  <dcterms:modified xsi:type="dcterms:W3CDTF">2020-07-15T19:48:06Z</dcterms:modified>
</cp:coreProperties>
</file>