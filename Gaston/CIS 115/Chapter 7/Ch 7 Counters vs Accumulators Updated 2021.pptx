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1" r:id="rId1"/>
  </p:sldMasterIdLst>
  <p:sldIdLst>
    <p:sldId id="256" r:id="rId2"/>
    <p:sldId id="257" r:id="rId3"/>
    <p:sldId id="269" r:id="rId4"/>
    <p:sldId id="270" r:id="rId5"/>
    <p:sldId id="258" r:id="rId6"/>
    <p:sldId id="259" r:id="rId7"/>
    <p:sldId id="271" r:id="rId8"/>
    <p:sldId id="268" r:id="rId9"/>
    <p:sldId id="260" r:id="rId10"/>
    <p:sldId id="261" r:id="rId11"/>
    <p:sldId id="262" r:id="rId12"/>
    <p:sldId id="263" r:id="rId13"/>
    <p:sldId id="264" r:id="rId14"/>
    <p:sldId id="265" r:id="rId15"/>
    <p:sldId id="272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E98C9A85-447C-42DC-8CD5-54689DE9EF78}"/>
    <pc:docChg chg="modSld">
      <pc:chgData name="" userId="97c7b900f41abbbd" providerId="LiveId" clId="{E98C9A85-447C-42DC-8CD5-54689DE9EF78}" dt="2021-08-09T18:47:41.035" v="0" actId="20577"/>
      <pc:docMkLst>
        <pc:docMk/>
      </pc:docMkLst>
      <pc:sldChg chg="modSp">
        <pc:chgData name="" userId="97c7b900f41abbbd" providerId="LiveId" clId="{E98C9A85-447C-42DC-8CD5-54689DE9EF78}" dt="2021-08-09T18:47:41.035" v="0" actId="20577"/>
        <pc:sldMkLst>
          <pc:docMk/>
          <pc:sldMk cId="2019259257" sldId="271"/>
        </pc:sldMkLst>
        <pc:spChg chg="mod">
          <ac:chgData name="" userId="97c7b900f41abbbd" providerId="LiveId" clId="{E98C9A85-447C-42DC-8CD5-54689DE9EF78}" dt="2021-08-09T18:47:41.035" v="0" actId="20577"/>
          <ac:spMkLst>
            <pc:docMk/>
            <pc:sldMk cId="2019259257" sldId="27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B78A697-9D75-4DE8-8C28-1296A6CF43C1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8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7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490F-3E6A-4544-9694-22B6007FE3C6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00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6808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86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63F-52DC-41B2-9D00-5A4E5632AC32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75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14-3909-43DC-A067-7F9842F8B81D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5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584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0176-F1D3-49EC-82F4-0915A3AC4184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63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545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891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FC6-E80E-40CB-B83C-A6FFE3EF0BA6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220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D967-1B7E-40AA-AAF7-BA98E0E039F7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178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0172865-FBF0-458A-BAFF-4F75173770F5}" type="datetimeFigureOut">
              <a:rPr lang="en-US" smtClean="0"/>
              <a:t>8/9/2021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70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Counters VS Accumulators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7 – Part 2</a:t>
            </a:r>
          </a:p>
        </p:txBody>
      </p:sp>
    </p:spTree>
    <p:extLst>
      <p:ext uri="{BB962C8B-B14F-4D97-AF65-F5344CB8AC3E}">
        <p14:creationId xmlns:p14="http://schemas.microsoft.com/office/powerpoint/2010/main" val="312105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15" y="314979"/>
            <a:ext cx="10394707" cy="1158140"/>
          </a:xfrm>
        </p:spPr>
        <p:txBody>
          <a:bodyPr/>
          <a:lstStyle/>
          <a:p>
            <a:r>
              <a:rPr lang="en-US" dirty="0"/>
              <a:t>Potential Error condition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22830" y="1726175"/>
            <a:ext cx="4856158" cy="679994"/>
          </a:xfrm>
        </p:spPr>
        <p:txBody>
          <a:bodyPr/>
          <a:lstStyle/>
          <a:p>
            <a:r>
              <a:rPr lang="en-US" dirty="0"/>
              <a:t>Names to call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Endless loop </a:t>
            </a:r>
          </a:p>
          <a:p>
            <a:r>
              <a:rPr lang="en-US" sz="2800" dirty="0"/>
              <a:t>Infinite loop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017" y="1726175"/>
            <a:ext cx="4864491" cy="679994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5993968" y="2561561"/>
            <a:ext cx="5088713" cy="3002111"/>
          </a:xfrm>
        </p:spPr>
        <p:txBody>
          <a:bodyPr>
            <a:normAutofit/>
          </a:bodyPr>
          <a:lstStyle/>
          <a:p>
            <a:r>
              <a:rPr lang="en-US" dirty="0"/>
              <a:t>Cout &lt;&lt; “enter hours worked: “;</a:t>
            </a:r>
          </a:p>
          <a:p>
            <a:r>
              <a:rPr lang="en-US" dirty="0"/>
              <a:t>Cin &gt;&gt; hourswrkd;</a:t>
            </a:r>
          </a:p>
          <a:p>
            <a:r>
              <a:rPr lang="en-US" dirty="0"/>
              <a:t>While (hourswrked &gt; 0)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Hourpay = hourswrked * 35.00;</a:t>
            </a:r>
          </a:p>
          <a:p>
            <a:pPr lvl="1"/>
            <a:r>
              <a:rPr lang="en-US" dirty="0"/>
              <a:t>Cout &lt;&lt; “ your hourly rate is: “ &lt;&lt; hourpay;</a:t>
            </a:r>
          </a:p>
          <a:p>
            <a:pPr lvl="1"/>
            <a:r>
              <a:rPr lang="en-US" dirty="0"/>
              <a:t>} //endwhile</a:t>
            </a:r>
          </a:p>
        </p:txBody>
      </p:sp>
    </p:spTree>
    <p:extLst>
      <p:ext uri="{BB962C8B-B14F-4D97-AF65-F5344CB8AC3E}">
        <p14:creationId xmlns:p14="http://schemas.microsoft.com/office/powerpoint/2010/main" val="16183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615" y="314979"/>
            <a:ext cx="10394707" cy="1158140"/>
          </a:xfrm>
        </p:spPr>
        <p:txBody>
          <a:bodyPr>
            <a:normAutofit/>
          </a:bodyPr>
          <a:lstStyle/>
          <a:p>
            <a:r>
              <a:rPr lang="en-US" dirty="0"/>
              <a:t>Potential Error condition Explained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022830" y="1726175"/>
            <a:ext cx="4856158" cy="679994"/>
          </a:xfrm>
        </p:spPr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 the code on the right side, the </a:t>
            </a:r>
            <a:r>
              <a:rPr lang="en-US" sz="2800" dirty="0" err="1"/>
              <a:t>hourswrked</a:t>
            </a:r>
            <a:r>
              <a:rPr lang="en-US" sz="2800" dirty="0"/>
              <a:t> never gets updated. The loop will not end.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017" y="1726175"/>
            <a:ext cx="4864491" cy="679994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5993968" y="2561561"/>
            <a:ext cx="5088713" cy="3002111"/>
          </a:xfrm>
        </p:spPr>
        <p:txBody>
          <a:bodyPr>
            <a:normAutofit/>
          </a:bodyPr>
          <a:lstStyle/>
          <a:p>
            <a:r>
              <a:rPr lang="en-US" dirty="0"/>
              <a:t>Cout &lt;&lt; “enter hours worked: “;</a:t>
            </a:r>
          </a:p>
          <a:p>
            <a:r>
              <a:rPr lang="en-US" dirty="0"/>
              <a:t>Cin &gt;&gt; hourswrkd;</a:t>
            </a:r>
          </a:p>
          <a:p>
            <a:r>
              <a:rPr lang="en-US" dirty="0"/>
              <a:t>While (hourswrked &gt; 0)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Hourpay = hourswrked * 35.00;</a:t>
            </a:r>
          </a:p>
          <a:p>
            <a:pPr lvl="1"/>
            <a:r>
              <a:rPr lang="en-US" dirty="0"/>
              <a:t>Cout &lt;&lt; “ your hourly rate is: “ &lt;&lt; hourpay;</a:t>
            </a:r>
          </a:p>
          <a:p>
            <a:pPr lvl="1"/>
            <a:r>
              <a:rPr lang="en-US" dirty="0"/>
              <a:t>} //endwhile</a:t>
            </a:r>
          </a:p>
        </p:txBody>
      </p:sp>
    </p:spTree>
    <p:extLst>
      <p:ext uri="{BB962C8B-B14F-4D97-AF65-F5344CB8AC3E}">
        <p14:creationId xmlns:p14="http://schemas.microsoft.com/office/powerpoint/2010/main" val="99503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Write a c++ while clause to: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Process the loop body as long as the value in </a:t>
            </a:r>
            <a:r>
              <a:rPr lang="en-US" sz="3200" i="1" u="sng" dirty="0"/>
              <a:t>quantity</a:t>
            </a:r>
            <a:r>
              <a:rPr lang="en-US" sz="3200" dirty="0"/>
              <a:t>  is greater than 0</a:t>
            </a:r>
          </a:p>
        </p:txBody>
      </p:sp>
    </p:spTree>
    <p:extLst>
      <p:ext uri="{BB962C8B-B14F-4D97-AF65-F5344CB8AC3E}">
        <p14:creationId xmlns:p14="http://schemas.microsoft.com/office/powerpoint/2010/main" val="374786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Answer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while (quantity &gt; 0)</a:t>
            </a:r>
          </a:p>
        </p:txBody>
      </p:sp>
    </p:spTree>
    <p:extLst>
      <p:ext uri="{BB962C8B-B14F-4D97-AF65-F5344CB8AC3E}">
        <p14:creationId xmlns:p14="http://schemas.microsoft.com/office/powerpoint/2010/main" val="95383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Write a c++ while clause to: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Stop the loop when the value in </a:t>
            </a:r>
            <a:r>
              <a:rPr lang="en-US" sz="3200" u="sng" dirty="0"/>
              <a:t>quantity</a:t>
            </a:r>
            <a:r>
              <a:rPr lang="en-US" sz="3200" dirty="0"/>
              <a:t> is less than 0</a:t>
            </a:r>
          </a:p>
        </p:txBody>
      </p:sp>
    </p:spTree>
    <p:extLst>
      <p:ext uri="{BB962C8B-B14F-4D97-AF65-F5344CB8AC3E}">
        <p14:creationId xmlns:p14="http://schemas.microsoft.com/office/powerpoint/2010/main" val="226997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Answer: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while (quantity &lt; 0)</a:t>
            </a:r>
          </a:p>
        </p:txBody>
      </p:sp>
    </p:spTree>
    <p:extLst>
      <p:ext uri="{BB962C8B-B14F-4D97-AF65-F5344CB8AC3E}">
        <p14:creationId xmlns:p14="http://schemas.microsoft.com/office/powerpoint/2010/main" val="201925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44700"/>
            <a:ext cx="10396882" cy="2253802"/>
          </a:xfrm>
        </p:spPr>
        <p:txBody>
          <a:bodyPr>
            <a:normAutofit/>
          </a:bodyPr>
          <a:lstStyle/>
          <a:p>
            <a:r>
              <a:rPr lang="en-US" dirty="0"/>
              <a:t>Question: Which of the following is a good sentinel value for a program that inputs a test score?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794715"/>
            <a:ext cx="10394707" cy="2579870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en-US" dirty="0"/>
              <a:t>-9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32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45.5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9264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44700"/>
            <a:ext cx="10396882" cy="2253802"/>
          </a:xfrm>
        </p:spPr>
        <p:txBody>
          <a:bodyPr>
            <a:normAutofit/>
          </a:bodyPr>
          <a:lstStyle/>
          <a:p>
            <a:r>
              <a:rPr lang="en-US" dirty="0"/>
              <a:t>Answer: Which of the following is a good sentinel value for a program that inputs a test score?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794715"/>
            <a:ext cx="10394707" cy="2579870"/>
          </a:xfrm>
        </p:spPr>
        <p:txBody>
          <a:bodyPr/>
          <a:lstStyle/>
          <a:p>
            <a:pPr marL="457200" indent="-457200">
              <a:buFont typeface="+mj-lt"/>
              <a:buAutoNum type="alphaUcPeriod"/>
            </a:pPr>
            <a:r>
              <a:rPr lang="en-US" dirty="0">
                <a:solidFill>
                  <a:srgbClr val="FF0000"/>
                </a:solidFill>
              </a:rPr>
              <a:t>-9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32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45.5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59669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Counters and accumulators</a:t>
            </a:r>
          </a:p>
        </p:txBody>
      </p:sp>
      <p:pic>
        <p:nvPicPr>
          <p:cNvPr id="4" name="Content Placeholder 3" descr="A bead counter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83" y="2063750"/>
            <a:ext cx="3217384" cy="3311525"/>
          </a:xfrm>
        </p:spPr>
      </p:pic>
      <p:pic>
        <p:nvPicPr>
          <p:cNvPr id="5" name="Picture 4" descr="Counting with finger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389" y="2306189"/>
            <a:ext cx="4075347" cy="306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5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Are for counting</a:t>
            </a:r>
          </a:p>
        </p:txBody>
      </p:sp>
      <p:pic>
        <p:nvPicPr>
          <p:cNvPr id="5" name="Picture 4" descr="Counting with fing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389" y="2306189"/>
            <a:ext cx="4075347" cy="306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6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accumulators</a:t>
            </a:r>
          </a:p>
        </p:txBody>
      </p:sp>
      <p:pic>
        <p:nvPicPr>
          <p:cNvPr id="4" name="Content Placeholder 3" descr="Counting with beads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83" y="2063750"/>
            <a:ext cx="3217384" cy="3311525"/>
          </a:xfrm>
        </p:spPr>
      </p:pic>
      <p:sp>
        <p:nvSpPr>
          <p:cNvPr id="3" name="TextBox 2"/>
          <p:cNvSpPr txBox="1"/>
          <p:nvPr/>
        </p:nvSpPr>
        <p:spPr>
          <a:xfrm>
            <a:off x="7096259" y="2240924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Are for accumulating amounts!</a:t>
            </a:r>
          </a:p>
        </p:txBody>
      </p:sp>
    </p:spTree>
    <p:extLst>
      <p:ext uri="{BB962C8B-B14F-4D97-AF65-F5344CB8AC3E}">
        <p14:creationId xmlns:p14="http://schemas.microsoft.com/office/powerpoint/2010/main" val="1284380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9282"/>
            <a:ext cx="10396882" cy="1151965"/>
          </a:xfrm>
        </p:spPr>
        <p:txBody>
          <a:bodyPr/>
          <a:lstStyle/>
          <a:p>
            <a:r>
              <a:rPr lang="en-US" dirty="0"/>
              <a:t>Counters and accumulators Need: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1571224"/>
            <a:ext cx="10394707" cy="4146996"/>
          </a:xfrm>
        </p:spPr>
        <p:txBody>
          <a:bodyPr>
            <a:normAutofit/>
          </a:bodyPr>
          <a:lstStyle/>
          <a:p>
            <a:r>
              <a:rPr lang="en-US" dirty="0"/>
              <a:t>Initializing </a:t>
            </a:r>
          </a:p>
          <a:p>
            <a:pPr lvl="1"/>
            <a:r>
              <a:rPr lang="en-US" dirty="0"/>
              <a:t>Usually to 0</a:t>
            </a:r>
          </a:p>
          <a:p>
            <a:pPr lvl="1"/>
            <a:r>
              <a:rPr lang="en-US" dirty="0"/>
              <a:t>But always go by the algorithm</a:t>
            </a:r>
          </a:p>
          <a:p>
            <a:pPr lvl="1"/>
            <a:r>
              <a:rPr lang="en-US" dirty="0"/>
              <a:t>Only done once</a:t>
            </a:r>
          </a:p>
          <a:p>
            <a:r>
              <a:rPr lang="en-US" dirty="0"/>
              <a:t>Updating</a:t>
            </a:r>
          </a:p>
          <a:p>
            <a:pPr lvl="1"/>
            <a:r>
              <a:rPr lang="en-US" dirty="0"/>
              <a:t>Also called incrementing</a:t>
            </a:r>
          </a:p>
          <a:p>
            <a:pPr lvl="1"/>
            <a:r>
              <a:rPr lang="en-US" dirty="0"/>
              <a:t>Adding a number to the counter or accumulator</a:t>
            </a:r>
          </a:p>
          <a:p>
            <a:pPr lvl="1"/>
            <a:r>
              <a:rPr lang="en-US" dirty="0"/>
              <a:t>Counters are always updated by  a constant number</a:t>
            </a:r>
          </a:p>
          <a:p>
            <a:pPr lvl="1"/>
            <a:r>
              <a:rPr lang="en-US" dirty="0"/>
              <a:t>Accumulators can be updated by varying amounts</a:t>
            </a:r>
          </a:p>
          <a:p>
            <a:pPr lvl="1"/>
            <a:r>
              <a:rPr lang="en-US" dirty="0"/>
              <a:t>The updating is done in the body loopy</a:t>
            </a:r>
          </a:p>
        </p:txBody>
      </p:sp>
    </p:spTree>
    <p:extLst>
      <p:ext uri="{BB962C8B-B14F-4D97-AF65-F5344CB8AC3E}">
        <p14:creationId xmlns:p14="http://schemas.microsoft.com/office/powerpoint/2010/main" val="2282206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41668"/>
            <a:ext cx="10396882" cy="1696097"/>
          </a:xfrm>
        </p:spPr>
        <p:txBody>
          <a:bodyPr>
            <a:normAutofit/>
          </a:bodyPr>
          <a:lstStyle/>
          <a:p>
            <a:r>
              <a:rPr lang="en-US" dirty="0"/>
              <a:t>Now we can have a counter-controlled loop!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These do not use a sentinel value.</a:t>
            </a:r>
          </a:p>
          <a:p>
            <a:r>
              <a:rPr lang="en-US" dirty="0"/>
              <a:t>What is a sentinel value?</a:t>
            </a:r>
          </a:p>
        </p:txBody>
      </p:sp>
    </p:spTree>
    <p:extLst>
      <p:ext uri="{BB962C8B-B14F-4D97-AF65-F5344CB8AC3E}">
        <p14:creationId xmlns:p14="http://schemas.microsoft.com/office/powerpoint/2010/main" val="3336479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41668"/>
            <a:ext cx="10396882" cy="1696097"/>
          </a:xfrm>
        </p:spPr>
        <p:txBody>
          <a:bodyPr>
            <a:normAutofit/>
          </a:bodyPr>
          <a:lstStyle/>
          <a:p>
            <a:r>
              <a:rPr lang="en-US" dirty="0"/>
              <a:t>What is a sentinel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value that ends a loop once it is entered.</a:t>
            </a:r>
          </a:p>
        </p:txBody>
      </p:sp>
    </p:spTree>
    <p:extLst>
      <p:ext uri="{BB962C8B-B14F-4D97-AF65-F5344CB8AC3E}">
        <p14:creationId xmlns:p14="http://schemas.microsoft.com/office/powerpoint/2010/main" val="607345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Int numcnt = 0;</a:t>
            </a:r>
          </a:p>
          <a:p>
            <a:r>
              <a:rPr lang="en-US" dirty="0"/>
              <a:t>While (numcnt &lt; 10)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Cout &gt;&gt; “The number count is: “ &gt;&gt; numcnt &gt;&gt; endl;</a:t>
            </a:r>
          </a:p>
          <a:p>
            <a:pPr lvl="1"/>
            <a:r>
              <a:rPr lang="en-US" dirty="0"/>
              <a:t>Numcnt = numcnt +1;</a:t>
            </a:r>
          </a:p>
          <a:p>
            <a:pPr lvl="1"/>
            <a:r>
              <a:rPr lang="en-US" dirty="0"/>
              <a:t>} //endwhile</a:t>
            </a:r>
          </a:p>
        </p:txBody>
      </p:sp>
    </p:spTree>
    <p:extLst>
      <p:ext uri="{BB962C8B-B14F-4D97-AF65-F5344CB8AC3E}">
        <p14:creationId xmlns:p14="http://schemas.microsoft.com/office/powerpoint/2010/main" val="3010311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24F9-EC7E-490C-A6DD-A8C63DE6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</a:p>
        </p:txBody>
      </p:sp>
      <p:pic>
        <p:nvPicPr>
          <p:cNvPr id="1028" name="Picture 4" descr="Image result for your turn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4050" y="2063750"/>
            <a:ext cx="2838450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958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88</TotalTime>
  <Words>388</Words>
  <Application>Microsoft Office PowerPoint</Application>
  <PresentationFormat>Widescreen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Tw Cen MT</vt:lpstr>
      <vt:lpstr>Tw Cen MT Condensed</vt:lpstr>
      <vt:lpstr>Wingdings 3</vt:lpstr>
      <vt:lpstr>Integral</vt:lpstr>
      <vt:lpstr>Counters VS Accumulators</vt:lpstr>
      <vt:lpstr>Potential Error condition</vt:lpstr>
      <vt:lpstr>Potential Error condition Explained</vt:lpstr>
      <vt:lpstr>1. Write a c++ while clause to:</vt:lpstr>
      <vt:lpstr>1. Answer</vt:lpstr>
      <vt:lpstr>2. Write a c++ while clause to:</vt:lpstr>
      <vt:lpstr>2. Answer:</vt:lpstr>
      <vt:lpstr>Question: Which of the following is a good sentinel value for a program that inputs a test score?</vt:lpstr>
      <vt:lpstr>Answer: Which of the following is a good sentinel value for a program that inputs a test score?</vt:lpstr>
      <vt:lpstr>Counters and accumulators</vt:lpstr>
      <vt:lpstr>Counters</vt:lpstr>
      <vt:lpstr>accumulators</vt:lpstr>
      <vt:lpstr>Counters and accumulators Need:</vt:lpstr>
      <vt:lpstr>Now we can have a counter-controlled loop!</vt:lpstr>
      <vt:lpstr>What is a sentinel value?</vt:lpstr>
      <vt:lpstr>Example</vt:lpstr>
      <vt:lpstr>Your Turn!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 you need to know today?</dc:title>
  <dc:creator>laptop</dc:creator>
  <cp:lastModifiedBy>Kelly Hinson</cp:lastModifiedBy>
  <cp:revision>5</cp:revision>
  <dcterms:created xsi:type="dcterms:W3CDTF">2014-03-27T19:48:53Z</dcterms:created>
  <dcterms:modified xsi:type="dcterms:W3CDTF">2021-08-09T18:48:27Z</dcterms:modified>
</cp:coreProperties>
</file>