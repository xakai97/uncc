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61" r:id="rId3"/>
    <p:sldId id="262" r:id="rId4"/>
    <p:sldId id="263" r:id="rId5"/>
    <p:sldId id="264" r:id="rId6"/>
    <p:sldId id="256" r:id="rId7"/>
    <p:sldId id="257" r:id="rId8"/>
    <p:sldId id="258" r:id="rId9"/>
    <p:sldId id="259" r:id="rId10"/>
    <p:sldId id="260" r:id="rId11"/>
    <p:sldId id="265" r:id="rId12"/>
    <p:sldId id="267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>
      <p:cViewPr varScale="1">
        <p:scale>
          <a:sx n="88" d="100"/>
          <a:sy n="88" d="100"/>
        </p:scale>
        <p:origin x="11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E3AF485A-DB00-46AF-8B3C-28FA8C7A62A7}"/>
    <pc:docChg chg="custSel addSld modSld sldOrd">
      <pc:chgData name="" userId="97c7b900f41abbbd" providerId="LiveId" clId="{E3AF485A-DB00-46AF-8B3C-28FA8C7A62A7}" dt="2020-07-15T17:36:00.624" v="87" actId="20577"/>
      <pc:docMkLst>
        <pc:docMk/>
      </pc:docMkLst>
      <pc:sldChg chg="modSp">
        <pc:chgData name="" userId="97c7b900f41abbbd" providerId="LiveId" clId="{E3AF485A-DB00-46AF-8B3C-28FA8C7A62A7}" dt="2020-07-15T17:30:52.574" v="0" actId="20577"/>
        <pc:sldMkLst>
          <pc:docMk/>
          <pc:sldMk cId="1894769446" sldId="261"/>
        </pc:sldMkLst>
        <pc:spChg chg="mod">
          <ac:chgData name="" userId="97c7b900f41abbbd" providerId="LiveId" clId="{E3AF485A-DB00-46AF-8B3C-28FA8C7A62A7}" dt="2020-07-15T17:30:52.574" v="0" actId="20577"/>
          <ac:spMkLst>
            <pc:docMk/>
            <pc:sldMk cId="1894769446" sldId="261"/>
            <ac:spMk id="4" creationId="{0C10D3C1-B5D7-498A-94E7-06EDBA8721AE}"/>
          </ac:spMkLst>
        </pc:spChg>
      </pc:sldChg>
      <pc:sldChg chg="addSp modSp">
        <pc:chgData name="" userId="97c7b900f41abbbd" providerId="LiveId" clId="{E3AF485A-DB00-46AF-8B3C-28FA8C7A62A7}" dt="2020-07-15T17:35:24.202" v="61" actId="962"/>
        <pc:sldMkLst>
          <pc:docMk/>
          <pc:sldMk cId="3191478948" sldId="262"/>
        </pc:sldMkLst>
        <pc:spChg chg="mod">
          <ac:chgData name="" userId="97c7b900f41abbbd" providerId="LiveId" clId="{E3AF485A-DB00-46AF-8B3C-28FA8C7A62A7}" dt="2020-07-15T17:31:37.210" v="5" actId="1076"/>
          <ac:spMkLst>
            <pc:docMk/>
            <pc:sldMk cId="3191478948" sldId="262"/>
            <ac:spMk id="4" creationId="{0C10D3C1-B5D7-498A-94E7-06EDBA8721AE}"/>
          </ac:spMkLst>
        </pc:spChg>
        <pc:spChg chg="add mod">
          <ac:chgData name="" userId="97c7b900f41abbbd" providerId="LiveId" clId="{E3AF485A-DB00-46AF-8B3C-28FA8C7A62A7}" dt="2020-07-15T17:35:21.999" v="60" actId="962"/>
          <ac:spMkLst>
            <pc:docMk/>
            <pc:sldMk cId="3191478948" sldId="262"/>
            <ac:spMk id="5" creationId="{9D2BB21F-716B-4315-B9A2-17C94CE20511}"/>
          </ac:spMkLst>
        </pc:spChg>
        <pc:spChg chg="add mod">
          <ac:chgData name="" userId="97c7b900f41abbbd" providerId="LiveId" clId="{E3AF485A-DB00-46AF-8B3C-28FA8C7A62A7}" dt="2020-07-15T17:35:24.202" v="61" actId="962"/>
          <ac:spMkLst>
            <pc:docMk/>
            <pc:sldMk cId="3191478948" sldId="262"/>
            <ac:spMk id="7" creationId="{59686F09-7C17-4955-AA16-C033ABD49581}"/>
          </ac:spMkLst>
        </pc:spChg>
      </pc:sldChg>
      <pc:sldChg chg="modSp">
        <pc:chgData name="" userId="97c7b900f41abbbd" providerId="LiveId" clId="{E3AF485A-DB00-46AF-8B3C-28FA8C7A62A7}" dt="2020-07-15T17:33:01.625" v="38" actId="20577"/>
        <pc:sldMkLst>
          <pc:docMk/>
          <pc:sldMk cId="3568028207" sldId="263"/>
        </pc:sldMkLst>
        <pc:spChg chg="mod">
          <ac:chgData name="" userId="97c7b900f41abbbd" providerId="LiveId" clId="{E3AF485A-DB00-46AF-8B3C-28FA8C7A62A7}" dt="2020-07-15T17:33:01.625" v="38" actId="20577"/>
          <ac:spMkLst>
            <pc:docMk/>
            <pc:sldMk cId="3568028207" sldId="263"/>
            <ac:spMk id="3" creationId="{7B39CDE6-4EAA-4F30-AFC1-4B90A2C2B19E}"/>
          </ac:spMkLst>
        </pc:spChg>
      </pc:sldChg>
      <pc:sldChg chg="modSp">
        <pc:chgData name="" userId="97c7b900f41abbbd" providerId="LiveId" clId="{E3AF485A-DB00-46AF-8B3C-28FA8C7A62A7}" dt="2020-07-15T17:34:29.584" v="59" actId="20577"/>
        <pc:sldMkLst>
          <pc:docMk/>
          <pc:sldMk cId="309450599" sldId="264"/>
        </pc:sldMkLst>
        <pc:spChg chg="mod">
          <ac:chgData name="" userId="97c7b900f41abbbd" providerId="LiveId" clId="{E3AF485A-DB00-46AF-8B3C-28FA8C7A62A7}" dt="2020-07-15T17:34:29.584" v="59" actId="20577"/>
          <ac:spMkLst>
            <pc:docMk/>
            <pc:sldMk cId="309450599" sldId="264"/>
            <ac:spMk id="3" creationId="{7B39CDE6-4EAA-4F30-AFC1-4B90A2C2B19E}"/>
          </ac:spMkLst>
        </pc:spChg>
      </pc:sldChg>
      <pc:sldChg chg="addSp delSp modSp add ord">
        <pc:chgData name="" userId="97c7b900f41abbbd" providerId="LiveId" clId="{E3AF485A-DB00-46AF-8B3C-28FA8C7A62A7}" dt="2020-07-15T17:36:00.624" v="87" actId="20577"/>
        <pc:sldMkLst>
          <pc:docMk/>
          <pc:sldMk cId="2393008540" sldId="268"/>
        </pc:sldMkLst>
        <pc:spChg chg="del">
          <ac:chgData name="" userId="97c7b900f41abbbd" providerId="LiveId" clId="{E3AF485A-DB00-46AF-8B3C-28FA8C7A62A7}" dt="2020-07-15T17:35:51.012" v="64"/>
          <ac:spMkLst>
            <pc:docMk/>
            <pc:sldMk cId="2393008540" sldId="268"/>
            <ac:spMk id="2" creationId="{DFD78220-597C-4860-B413-BA6B6F3EDB19}"/>
          </ac:spMkLst>
        </pc:spChg>
        <pc:spChg chg="del">
          <ac:chgData name="" userId="97c7b900f41abbbd" providerId="LiveId" clId="{E3AF485A-DB00-46AF-8B3C-28FA8C7A62A7}" dt="2020-07-15T17:35:51.012" v="64"/>
          <ac:spMkLst>
            <pc:docMk/>
            <pc:sldMk cId="2393008540" sldId="268"/>
            <ac:spMk id="3" creationId="{DFC9551B-9F59-42F2-BF3D-6A7300A8CAAC}"/>
          </ac:spMkLst>
        </pc:spChg>
        <pc:spChg chg="add mod">
          <ac:chgData name="" userId="97c7b900f41abbbd" providerId="LiveId" clId="{E3AF485A-DB00-46AF-8B3C-28FA8C7A62A7}" dt="2020-07-15T17:36:00.624" v="87" actId="20577"/>
          <ac:spMkLst>
            <pc:docMk/>
            <pc:sldMk cId="2393008540" sldId="268"/>
            <ac:spMk id="4" creationId="{A0430271-2588-4194-BD6C-75FDFDD0FE50}"/>
          </ac:spMkLst>
        </pc:spChg>
        <pc:spChg chg="add mod">
          <ac:chgData name="" userId="97c7b900f41abbbd" providerId="LiveId" clId="{E3AF485A-DB00-46AF-8B3C-28FA8C7A62A7}" dt="2020-07-15T17:35:51.012" v="64"/>
          <ac:spMkLst>
            <pc:docMk/>
            <pc:sldMk cId="2393008540" sldId="268"/>
            <ac:spMk id="5" creationId="{B83D43BB-0CA2-48D8-9A5F-3786DCFEEF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Loop_logo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430271-2588-4194-BD6C-75FDFDD0F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First, A look </a:t>
            </a:r>
            <a:r>
              <a:rPr lang="en-US"/>
              <a:t>at errors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3D43BB-0CA2-48D8-9A5F-3786DCFEE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0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10E-08F3-4584-AFE8-5DC8BF31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What’s wrong with this code?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10D3C1-B5D7-498A-94E7-06EDBA8721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1677" y="2487924"/>
            <a:ext cx="74484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enter dep(A, B, C, 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enter salary dep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toupper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(dep);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76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10E-08F3-4584-AFE8-5DC8BF31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1: What’s wrong with this code?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10D3C1-B5D7-498A-94E7-06EDBA8721A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51678" y="2663687"/>
            <a:ext cx="4800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enterdep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(A, B, C, 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enter salary dep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toupper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(dep);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Straight Connector 5" descr="Dividing line&#10;">
            <a:extLst>
              <a:ext uri="{FF2B5EF4-FFF2-40B4-BE49-F238E27FC236}">
                <a16:creationId xmlns:a16="http://schemas.microsoft.com/office/drawing/2014/main" id="{1DA605C1-9305-43C9-8FF8-D1AC4CBFE88C}"/>
              </a:ext>
            </a:extLst>
          </p:cNvPr>
          <p:cNvCxnSpPr>
            <a:cxnSpLocks/>
          </p:cNvCxnSpPr>
          <p:nvPr/>
        </p:nvCxnSpPr>
        <p:spPr>
          <a:xfrm>
            <a:off x="5930283" y="2023478"/>
            <a:ext cx="0" cy="335627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BC6F4-FD6A-42FA-9FDA-8673CEAD8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2944" y="2286000"/>
            <a:ext cx="4985452" cy="3619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cout</a:t>
            </a:r>
            <a:r>
              <a:rPr lang="en-US" sz="2800" dirty="0"/>
              <a:t> &lt;&lt; “Enter a department:  “;</a:t>
            </a:r>
          </a:p>
          <a:p>
            <a:pPr marL="0" indent="0">
              <a:buNone/>
            </a:pPr>
            <a:r>
              <a:rPr lang="en-US" sz="2800" dirty="0" err="1"/>
              <a:t>cin</a:t>
            </a:r>
            <a:r>
              <a:rPr lang="en-US" sz="2800" dirty="0"/>
              <a:t> &gt;&gt; dep;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dep = </a:t>
            </a:r>
            <a:r>
              <a:rPr lang="en-US" sz="2800" dirty="0" err="1"/>
              <a:t>toupper</a:t>
            </a:r>
            <a:r>
              <a:rPr lang="en-US" sz="2800" dirty="0"/>
              <a:t>(dep);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D2BB21F-716B-4315-B9A2-17C94CE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04737" y="2663687"/>
            <a:ext cx="1272209" cy="461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9686F09-7C17-4955-AA16-C033ABD49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8306" y="4095750"/>
            <a:ext cx="747421" cy="6432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7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10E-08F3-4584-AFE8-5DC8BF31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779" y="0"/>
            <a:ext cx="10178322" cy="1492132"/>
          </a:xfrm>
        </p:spPr>
        <p:txBody>
          <a:bodyPr/>
          <a:lstStyle/>
          <a:p>
            <a:r>
              <a:rPr lang="en-US" dirty="0"/>
              <a:t>Question 2: What’s wrong with this code?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39CDE6-4EAA-4F30-AFC1-4B90A2C2B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51678" y="1492132"/>
            <a:ext cx="88873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cout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&lt;&lt; “Enter a department; “;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dep;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(dept)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'A’: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'B’: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raise = salary * .02;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“Your raise is $" &lt;&lt; raise &lt;&lt;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ase 'C’: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raise = salary = 0.15;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“Your raise is $" &lt;&lt; raise &lt;&lt;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'D’: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raise = salary = 0.3;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“Your raise is $" &lt;&lt; raise &lt;&lt;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efault: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&lt;&lt; “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 have chose an incorrect department.”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} //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2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10E-08F3-4584-AFE8-5DC8BF31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2: What’s wrong with this code?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39CDE6-4EAA-4F30-AFC1-4B90A2C2B1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59999" y="1679704"/>
            <a:ext cx="458420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 err="1">
                <a:solidFill>
                  <a:schemeClr val="tx1"/>
                </a:solidFill>
                <a:latin typeface="Arial Unicode MS"/>
              </a:rPr>
              <a:t>cout</a:t>
            </a: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 &lt;&lt; “Enter a department; “;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dep;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switch (dept)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'A’: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'B’: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raise = salary * .02;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“Your raise is $" &lt;&lt; raise &lt;&lt;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'C’: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raise = salary = 0.15;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"your raise is $" &lt;&lt; raise &lt;&lt;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case 'D’: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raise = salary = 0.3;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&gt;&gt; "your raise is $" &lt;&lt; raise &lt;&lt;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break;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 Unicode MS"/>
              </a:rPr>
              <a:t>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efault: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&lt;&lt; “You have chose an incorrect department.”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} //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endswitch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Straight Connector 4" descr="Dividing line&#10;">
            <a:extLst>
              <a:ext uri="{FF2B5EF4-FFF2-40B4-BE49-F238E27FC236}">
                <a16:creationId xmlns:a16="http://schemas.microsoft.com/office/drawing/2014/main" id="{EBA6F02E-C287-49F8-BD5B-31467B24E34C}"/>
              </a:ext>
            </a:extLst>
          </p:cNvPr>
          <p:cNvCxnSpPr>
            <a:cxnSpLocks/>
          </p:cNvCxnSpPr>
          <p:nvPr/>
        </p:nvCxnSpPr>
        <p:spPr>
          <a:xfrm>
            <a:off x="5930283" y="2023478"/>
            <a:ext cx="0" cy="335627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ED5D9-5C8F-4767-B15B-9A199A917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534" y="1874517"/>
            <a:ext cx="5442012" cy="4601098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cout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&lt;&lt; “Enter a department; “;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cin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&gt;&gt; dep;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dep = </a:t>
            </a: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toupper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(dep);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switch (dept)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            case ‘A’: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            case ‘B’: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                   raise = salary * .02;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                   </a:t>
            </a: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cout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&lt;&lt; “Your raise is $ “ &lt;&lt; raise &lt;&lt; </a:t>
            </a:r>
            <a:r>
              <a:rPr lang="en-US" altLang="en-US" sz="1600" dirty="0" err="1">
                <a:solidFill>
                  <a:schemeClr val="tx1"/>
                </a:solidFill>
                <a:latin typeface="Arial Unicode MS"/>
              </a:rPr>
              <a:t>endl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                    break;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5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F9B9-02DB-42CD-9DC0-A6A240703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627F9-19FD-4197-B9DF-B328E13C89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Beginning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0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BA98-A4D2-4D01-9015-ED96FA2F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repetition structure</a:t>
            </a:r>
          </a:p>
        </p:txBody>
      </p:sp>
      <p:pic>
        <p:nvPicPr>
          <p:cNvPr id="5" name="Content Placeholder 4" descr="loop">
            <a:extLst>
              <a:ext uri="{FF2B5EF4-FFF2-40B4-BE49-F238E27FC236}">
                <a16:creationId xmlns:a16="http://schemas.microsoft.com/office/drawing/2014/main" id="{9A09194D-DB6E-48D7-98D7-D42D60770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30688" y="1577130"/>
            <a:ext cx="7837040" cy="4538444"/>
          </a:xfrm>
        </p:spPr>
      </p:pic>
    </p:spTree>
    <p:extLst>
      <p:ext uri="{BB962C8B-B14F-4D97-AF65-F5344CB8AC3E}">
        <p14:creationId xmlns:p14="http://schemas.microsoft.com/office/powerpoint/2010/main" val="370699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E1D2-77A5-4A32-BE92-B7093437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words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8217-7823-4175-A329-DFA82BEA4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Repetition structure</a:t>
            </a:r>
          </a:p>
          <a:p>
            <a:r>
              <a:rPr lang="en-US" dirty="0"/>
              <a:t>Loop</a:t>
            </a:r>
          </a:p>
          <a:p>
            <a:r>
              <a:rPr lang="en-US" dirty="0"/>
              <a:t>Looping condition</a:t>
            </a:r>
          </a:p>
          <a:p>
            <a:r>
              <a:rPr lang="en-US" dirty="0"/>
              <a:t>Loop exit condition</a:t>
            </a:r>
          </a:p>
          <a:p>
            <a:r>
              <a:rPr lang="en-US" dirty="0"/>
              <a:t>Loop body</a:t>
            </a:r>
          </a:p>
          <a:p>
            <a:r>
              <a:rPr lang="en-US" dirty="0"/>
              <a:t>Pretest loop</a:t>
            </a:r>
          </a:p>
          <a:p>
            <a:r>
              <a:rPr lang="en-US" dirty="0"/>
              <a:t>Sentinel values</a:t>
            </a:r>
          </a:p>
          <a:p>
            <a:r>
              <a:rPr lang="en-US" dirty="0"/>
              <a:t>Priming read</a:t>
            </a:r>
          </a:p>
          <a:p>
            <a:r>
              <a:rPr lang="en-US" dirty="0"/>
              <a:t>Update read</a:t>
            </a:r>
          </a:p>
          <a:p>
            <a:r>
              <a:rPr lang="en-US" dirty="0"/>
              <a:t>While statement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CFE06-EBF3-47DA-8EB2-1C0D3CD937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Endless loop</a:t>
            </a:r>
          </a:p>
          <a:p>
            <a:r>
              <a:rPr lang="en-US" dirty="0"/>
              <a:t>Infinite loop</a:t>
            </a:r>
          </a:p>
          <a:p>
            <a:r>
              <a:rPr lang="en-US" dirty="0"/>
              <a:t>Counter</a:t>
            </a:r>
          </a:p>
          <a:p>
            <a:r>
              <a:rPr lang="en-US" dirty="0"/>
              <a:t>Accumulator</a:t>
            </a:r>
          </a:p>
          <a:p>
            <a:r>
              <a:rPr lang="en-US" dirty="0"/>
              <a:t>Updating</a:t>
            </a:r>
          </a:p>
          <a:p>
            <a:r>
              <a:rPr lang="en-US" dirty="0"/>
              <a:t>Incrementing</a:t>
            </a:r>
          </a:p>
          <a:p>
            <a:r>
              <a:rPr lang="en-US" dirty="0"/>
              <a:t>Decrementing</a:t>
            </a:r>
          </a:p>
          <a:p>
            <a:r>
              <a:rPr lang="en-US" dirty="0"/>
              <a:t>Counter-controlled loops</a:t>
            </a:r>
          </a:p>
          <a:p>
            <a:r>
              <a:rPr lang="en-US" dirty="0"/>
              <a:t>For statement</a:t>
            </a:r>
          </a:p>
        </p:txBody>
      </p:sp>
    </p:spTree>
    <p:extLst>
      <p:ext uri="{BB962C8B-B14F-4D97-AF65-F5344CB8AC3E}">
        <p14:creationId xmlns:p14="http://schemas.microsoft.com/office/powerpoint/2010/main" val="127520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F425E0-361A-4C2A-960B-D52B5091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AF6A0-C9FE-4FC1-835F-CB42C12CD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02673"/>
            <a:ext cx="10178322" cy="50729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"Enter a positive or negative integer (enter 0 to end):    ";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 &gt;&gt; number;     </a:t>
            </a:r>
            <a:r>
              <a:rPr lang="en-US" dirty="0">
                <a:solidFill>
                  <a:schemeClr val="accent4"/>
                </a:solidFill>
              </a:rPr>
              <a:t>//priming read for the loop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while (number != 0)         </a:t>
            </a:r>
            <a:r>
              <a:rPr lang="en-US" dirty="0">
                <a:solidFill>
                  <a:schemeClr val="accent4"/>
                </a:solidFill>
              </a:rPr>
              <a:t>//zero is the sentinel value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				// (number !=0) is the looping condition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if (number &gt; 0)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positive += 1;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else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negative += 1;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//end if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</a:t>
            </a:r>
            <a:r>
              <a:rPr lang="en-US" dirty="0" err="1">
                <a:solidFill>
                  <a:srgbClr val="0070C0"/>
                </a:solidFill>
              </a:rPr>
              <a:t>cout</a:t>
            </a:r>
            <a:r>
              <a:rPr lang="en-US" dirty="0">
                <a:solidFill>
                  <a:srgbClr val="0070C0"/>
                </a:solidFill>
              </a:rPr>
              <a:t> &lt;&lt; "Enter another positive or negative integer (enter 0 to end): ";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</a:t>
            </a:r>
            <a:r>
              <a:rPr lang="en-US" dirty="0" err="1">
                <a:solidFill>
                  <a:srgbClr val="0070C0"/>
                </a:solidFill>
              </a:rPr>
              <a:t>cin</a:t>
            </a:r>
            <a:r>
              <a:rPr lang="en-US" dirty="0">
                <a:solidFill>
                  <a:srgbClr val="0070C0"/>
                </a:solidFill>
              </a:rPr>
              <a:t> &gt;&gt; number;  //update read for the loop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}//end while</a:t>
            </a:r>
          </a:p>
        </p:txBody>
      </p:sp>
    </p:spTree>
    <p:extLst>
      <p:ext uri="{BB962C8B-B14F-4D97-AF65-F5344CB8AC3E}">
        <p14:creationId xmlns:p14="http://schemas.microsoft.com/office/powerpoint/2010/main" val="111403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2A72-AB24-44E8-9466-B10169D5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 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34FE05-D727-45C2-875A-CB90831E8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9129" y="1413064"/>
            <a:ext cx="926836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number = 1;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 Unicode MS"/>
              </a:rPr>
              <a:t>//in this example, this is the priming read for the loop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(number &lt; 5)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 Unicode MS"/>
              </a:rPr>
              <a:t>//looping condition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200" dirty="0">
                <a:solidFill>
                  <a:schemeClr val="tx1"/>
                </a:solidFill>
                <a:latin typeface="Arial Unicode MS"/>
              </a:rPr>
              <a:t>{   </a:t>
            </a:r>
            <a:r>
              <a:rPr lang="en-US" altLang="en-US" sz="2400" dirty="0">
                <a:solidFill>
                  <a:schemeClr val="accent4"/>
                </a:solidFill>
                <a:latin typeface="Arial Unicode MS"/>
              </a:rPr>
              <a:t>//start of loop body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&lt;&lt; number &lt;&lt;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 += 1;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 Unicode MS"/>
              </a:rPr>
              <a:t>//update read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 //end while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13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56A9-95BD-4BAF-A642-BBB6F9D6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70A2-DEEB-40C1-90AC-A145F918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901" y="1948650"/>
            <a:ext cx="10178322" cy="4526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age = 0;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“Enter an age:  “;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&gt;&gt; age;      </a:t>
            </a:r>
            <a:r>
              <a:rPr lang="en-US" dirty="0">
                <a:solidFill>
                  <a:schemeClr val="accent4"/>
                </a:solidFill>
              </a:rPr>
              <a:t>//priming read</a:t>
            </a:r>
          </a:p>
          <a:p>
            <a:pPr marL="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dirty="0"/>
              <a:t>while  (age &gt; 0)    </a:t>
            </a:r>
            <a:r>
              <a:rPr lang="en-US" dirty="0">
                <a:solidFill>
                  <a:schemeClr val="accent4"/>
                </a:solidFill>
              </a:rPr>
              <a:t>//loop condition;  //pretest loop</a:t>
            </a:r>
          </a:p>
          <a:p>
            <a:pPr marL="0" indent="0">
              <a:buNone/>
            </a:pPr>
            <a:r>
              <a:rPr lang="en-US" dirty="0"/>
              <a:t>{    </a:t>
            </a:r>
            <a:r>
              <a:rPr lang="en-US" dirty="0" err="1"/>
              <a:t>cout</a:t>
            </a:r>
            <a:r>
              <a:rPr lang="en-US" dirty="0"/>
              <a:t> &lt;&lt; “You entered age: “ &lt;&lt; 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“Enter an age:  “;   </a:t>
            </a:r>
            <a:r>
              <a:rPr lang="en-US" dirty="0">
                <a:solidFill>
                  <a:schemeClr val="accent4"/>
                </a:solidFill>
              </a:rPr>
              <a:t>//update read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&gt;&gt; age;     </a:t>
            </a:r>
            <a:r>
              <a:rPr lang="en-US" dirty="0">
                <a:solidFill>
                  <a:schemeClr val="accent4"/>
                </a:solidFill>
              </a:rPr>
              <a:t>//part of update read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2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A8DD-D3C5-472B-89B2-F2D07F41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9066D-1ECF-494F-BD7A-EDCC209EE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268" y="1874517"/>
            <a:ext cx="10178322" cy="4638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anotherSale</a:t>
            </a:r>
            <a:r>
              <a:rPr lang="en-US" dirty="0"/>
              <a:t> = ‘ ‘;    </a:t>
            </a:r>
            <a:r>
              <a:rPr lang="en-US" dirty="0">
                <a:solidFill>
                  <a:schemeClr val="accent4"/>
                </a:solidFill>
              </a:rPr>
              <a:t>//this will be used as a flag or switch</a:t>
            </a:r>
          </a:p>
          <a:p>
            <a:pPr marL="0" indent="0">
              <a:buNone/>
            </a:pPr>
            <a:r>
              <a:rPr lang="en-US" dirty="0"/>
              <a:t>double sales = 0.0;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“Enter a sales amount? (Y/N) “;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anotherSale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while (</a:t>
            </a:r>
            <a:r>
              <a:rPr lang="en-US" dirty="0" err="1"/>
              <a:t>toupper</a:t>
            </a:r>
            <a:r>
              <a:rPr lang="en-US" dirty="0"/>
              <a:t>(</a:t>
            </a:r>
            <a:r>
              <a:rPr lang="en-US" dirty="0" err="1"/>
              <a:t>anotherSale</a:t>
            </a:r>
            <a:r>
              <a:rPr lang="en-US" dirty="0"/>
              <a:t>) == ‘Y’)   </a:t>
            </a:r>
            <a:r>
              <a:rPr lang="en-US" dirty="0">
                <a:solidFill>
                  <a:schemeClr val="accent4"/>
                </a:solidFill>
              </a:rPr>
              <a:t>//make the flag uppercase for comparisons</a:t>
            </a:r>
          </a:p>
          <a:p>
            <a:pPr marL="0" indent="0">
              <a:buNone/>
            </a:pPr>
            <a:r>
              <a:rPr lang="en-US" dirty="0"/>
              <a:t>{    </a:t>
            </a:r>
            <a:r>
              <a:rPr lang="en-US" dirty="0" err="1"/>
              <a:t>cout</a:t>
            </a:r>
            <a:r>
              <a:rPr lang="en-US" dirty="0"/>
              <a:t> &lt;&lt; “Enter sales amount “;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cin</a:t>
            </a:r>
            <a:r>
              <a:rPr lang="en-US" dirty="0"/>
              <a:t> &gt;&gt; sales;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“You entered “ &lt;&lt; sales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cout</a:t>
            </a:r>
            <a:r>
              <a:rPr lang="en-US" dirty="0"/>
              <a:t> &lt;&lt; “Enter a sales amount? (Y/N) “;   </a:t>
            </a:r>
            <a:r>
              <a:rPr lang="en-US" dirty="0">
                <a:solidFill>
                  <a:schemeClr val="accent4"/>
                </a:solidFill>
              </a:rPr>
              <a:t>//this is the update read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anotherSale</a:t>
            </a:r>
            <a:r>
              <a:rPr lang="en-US" dirty="0"/>
              <a:t>;  </a:t>
            </a:r>
            <a:r>
              <a:rPr lang="en-US" dirty="0">
                <a:solidFill>
                  <a:schemeClr val="accent4"/>
                </a:solidFill>
              </a:rPr>
              <a:t>//part of the update read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3916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0481-F164-4A68-BDBB-4BFC2C67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Endless Loop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B3574-A623-4457-A427-4A1D1CF6E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age = 0;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“Enter an age:  “;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&gt;&gt; age;      </a:t>
            </a:r>
            <a:r>
              <a:rPr lang="en-US" dirty="0">
                <a:solidFill>
                  <a:schemeClr val="accent4"/>
                </a:solidFill>
              </a:rPr>
              <a:t>//priming read</a:t>
            </a:r>
          </a:p>
          <a:p>
            <a:pPr marL="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dirty="0"/>
              <a:t>while  (age &gt; 0)    </a:t>
            </a:r>
            <a:r>
              <a:rPr lang="en-US" dirty="0">
                <a:solidFill>
                  <a:schemeClr val="accent4"/>
                </a:solidFill>
              </a:rPr>
              <a:t>//loop condition;  //pretest loop</a:t>
            </a:r>
          </a:p>
          <a:p>
            <a:pPr marL="0" indent="0">
              <a:buNone/>
            </a:pPr>
            <a:r>
              <a:rPr lang="en-US" dirty="0"/>
              <a:t>{   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cout</a:t>
            </a:r>
            <a:r>
              <a:rPr lang="en-US" dirty="0"/>
              <a:t> &lt;&lt; “You entered age: “ &lt;&lt; 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0514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56</TotalTime>
  <Words>863</Words>
  <Application>Microsoft Office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Gill Sans MT</vt:lpstr>
      <vt:lpstr>Impact</vt:lpstr>
      <vt:lpstr>Badge</vt:lpstr>
      <vt:lpstr>First, A look at errors</vt:lpstr>
      <vt:lpstr>Question 1: What’s wrong with this code?</vt:lpstr>
      <vt:lpstr>Answer 1: What’s wrong with this code?</vt:lpstr>
      <vt:lpstr>Question 2: What’s wrong with this code?</vt:lpstr>
      <vt:lpstr>Answer 2: What’s wrong with this code?</vt:lpstr>
      <vt:lpstr>Chapter 7</vt:lpstr>
      <vt:lpstr>The repetition structure</vt:lpstr>
      <vt:lpstr>Key words to know</vt:lpstr>
      <vt:lpstr>Loop example 1</vt:lpstr>
      <vt:lpstr>Loop example 2</vt:lpstr>
      <vt:lpstr>Loop Example 3</vt:lpstr>
      <vt:lpstr>Loop Example 4</vt:lpstr>
      <vt:lpstr>Endless Loop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Kelly Hinson</dc:creator>
  <cp:lastModifiedBy>Kelly Hinson</cp:lastModifiedBy>
  <cp:revision>3</cp:revision>
  <dcterms:created xsi:type="dcterms:W3CDTF">2019-11-04T14:37:40Z</dcterms:created>
  <dcterms:modified xsi:type="dcterms:W3CDTF">2020-07-15T17:36:04Z</dcterms:modified>
</cp:coreProperties>
</file>