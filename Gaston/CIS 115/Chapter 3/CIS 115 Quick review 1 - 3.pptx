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88" r:id="rId4"/>
    <p:sldId id="258" r:id="rId5"/>
    <p:sldId id="289" r:id="rId6"/>
    <p:sldId id="259" r:id="rId7"/>
    <p:sldId id="290" r:id="rId8"/>
    <p:sldId id="260" r:id="rId9"/>
    <p:sldId id="291" r:id="rId10"/>
    <p:sldId id="261" r:id="rId11"/>
    <p:sldId id="292" r:id="rId12"/>
    <p:sldId id="262" r:id="rId13"/>
    <p:sldId id="293" r:id="rId14"/>
    <p:sldId id="263" r:id="rId15"/>
    <p:sldId id="294" r:id="rId16"/>
    <p:sldId id="264" r:id="rId17"/>
    <p:sldId id="295" r:id="rId18"/>
    <p:sldId id="265" r:id="rId19"/>
    <p:sldId id="296" r:id="rId20"/>
    <p:sldId id="266" r:id="rId21"/>
    <p:sldId id="297" r:id="rId22"/>
    <p:sldId id="267" r:id="rId23"/>
    <p:sldId id="298" r:id="rId24"/>
    <p:sldId id="268" r:id="rId25"/>
    <p:sldId id="299" r:id="rId26"/>
    <p:sldId id="269" r:id="rId27"/>
    <p:sldId id="300" r:id="rId28"/>
    <p:sldId id="270" r:id="rId29"/>
    <p:sldId id="301" r:id="rId30"/>
    <p:sldId id="271" r:id="rId31"/>
    <p:sldId id="302" r:id="rId32"/>
    <p:sldId id="272" r:id="rId33"/>
    <p:sldId id="303" r:id="rId34"/>
    <p:sldId id="273" r:id="rId35"/>
    <p:sldId id="304" r:id="rId36"/>
    <p:sldId id="274" r:id="rId37"/>
    <p:sldId id="305" r:id="rId38"/>
    <p:sldId id="275" r:id="rId39"/>
    <p:sldId id="306" r:id="rId40"/>
    <p:sldId id="276" r:id="rId41"/>
    <p:sldId id="307" r:id="rId42"/>
    <p:sldId id="277" r:id="rId43"/>
    <p:sldId id="308" r:id="rId44"/>
    <p:sldId id="278" r:id="rId45"/>
    <p:sldId id="309" r:id="rId46"/>
    <p:sldId id="279" r:id="rId47"/>
    <p:sldId id="310" r:id="rId48"/>
    <p:sldId id="280" r:id="rId49"/>
    <p:sldId id="311" r:id="rId50"/>
    <p:sldId id="281" r:id="rId51"/>
    <p:sldId id="312" r:id="rId52"/>
    <p:sldId id="282" r:id="rId53"/>
    <p:sldId id="313" r:id="rId54"/>
    <p:sldId id="283" r:id="rId55"/>
    <p:sldId id="314" r:id="rId56"/>
    <p:sldId id="284" r:id="rId57"/>
    <p:sldId id="315" r:id="rId58"/>
    <p:sldId id="285" r:id="rId59"/>
    <p:sldId id="316" r:id="rId60"/>
    <p:sldId id="286" r:id="rId61"/>
    <p:sldId id="317" r:id="rId62"/>
    <p:sldId id="287" r:id="rId63"/>
    <p:sldId id="318" r:id="rId6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97c7b900f41abbbd" providerId="LiveId" clId="{979EC86F-3C84-429F-8159-8EBE43818E78}"/>
    <pc:docChg chg="custSel addSld modSld">
      <pc:chgData name="" userId="97c7b900f41abbbd" providerId="LiveId" clId="{979EC86F-3C84-429F-8159-8EBE43818E78}" dt="2020-07-15T16:48:04.094" v="430" actId="20577"/>
      <pc:docMkLst>
        <pc:docMk/>
      </pc:docMkLst>
      <pc:sldChg chg="modSp">
        <pc:chgData name="" userId="97c7b900f41abbbd" providerId="LiveId" clId="{979EC86F-3C84-429F-8159-8EBE43818E78}" dt="2020-07-15T16:42:13.083" v="127" actId="20577"/>
        <pc:sldMkLst>
          <pc:docMk/>
          <pc:sldMk cId="2098579103" sldId="264"/>
        </pc:sldMkLst>
        <pc:spChg chg="mod">
          <ac:chgData name="" userId="97c7b900f41abbbd" providerId="LiveId" clId="{979EC86F-3C84-429F-8159-8EBE43818E78}" dt="2020-07-15T16:42:13.083" v="127" actId="20577"/>
          <ac:spMkLst>
            <pc:docMk/>
            <pc:sldMk cId="2098579103" sldId="264"/>
            <ac:spMk id="2" creationId="{00000000-0000-0000-0000-000000000000}"/>
          </ac:spMkLst>
        </pc:spChg>
      </pc:sldChg>
      <pc:sldChg chg="modSp add">
        <pc:chgData name="" userId="97c7b900f41abbbd" providerId="LiveId" clId="{979EC86F-3C84-429F-8159-8EBE43818E78}" dt="2020-07-15T16:37:45.890" v="11" actId="20577"/>
        <pc:sldMkLst>
          <pc:docMk/>
          <pc:sldMk cId="728809929" sldId="288"/>
        </pc:sldMkLst>
        <pc:spChg chg="mod">
          <ac:chgData name="" userId="97c7b900f41abbbd" providerId="LiveId" clId="{979EC86F-3C84-429F-8159-8EBE43818E78}" dt="2020-07-15T16:37:45.890" v="11" actId="20577"/>
          <ac:spMkLst>
            <pc:docMk/>
            <pc:sldMk cId="728809929" sldId="288"/>
            <ac:spMk id="2" creationId="{00000000-0000-0000-0000-000000000000}"/>
          </ac:spMkLst>
        </pc:spChg>
      </pc:sldChg>
      <pc:sldChg chg="modSp add">
        <pc:chgData name="" userId="97c7b900f41abbbd" providerId="LiveId" clId="{979EC86F-3C84-429F-8159-8EBE43818E78}" dt="2020-07-15T16:38:11.014" v="48" actId="20577"/>
        <pc:sldMkLst>
          <pc:docMk/>
          <pc:sldMk cId="871370174" sldId="289"/>
        </pc:sldMkLst>
        <pc:spChg chg="mod">
          <ac:chgData name="" userId="97c7b900f41abbbd" providerId="LiveId" clId="{979EC86F-3C84-429F-8159-8EBE43818E78}" dt="2020-07-15T16:38:11.014" v="48" actId="20577"/>
          <ac:spMkLst>
            <pc:docMk/>
            <pc:sldMk cId="871370174" sldId="289"/>
            <ac:spMk id="2" creationId="{00000000-0000-0000-0000-000000000000}"/>
          </ac:spMkLst>
        </pc:spChg>
      </pc:sldChg>
      <pc:sldChg chg="modSp add">
        <pc:chgData name="" userId="97c7b900f41abbbd" providerId="LiveId" clId="{979EC86F-3C84-429F-8159-8EBE43818E78}" dt="2020-07-15T16:38:22.906" v="58" actId="20577"/>
        <pc:sldMkLst>
          <pc:docMk/>
          <pc:sldMk cId="3656215906" sldId="290"/>
        </pc:sldMkLst>
        <pc:spChg chg="mod">
          <ac:chgData name="" userId="97c7b900f41abbbd" providerId="LiveId" clId="{979EC86F-3C84-429F-8159-8EBE43818E78}" dt="2020-07-15T16:38:22.906" v="58" actId="20577"/>
          <ac:spMkLst>
            <pc:docMk/>
            <pc:sldMk cId="3656215906" sldId="290"/>
            <ac:spMk id="2" creationId="{00000000-0000-0000-0000-000000000000}"/>
          </ac:spMkLst>
        </pc:spChg>
      </pc:sldChg>
      <pc:sldChg chg="modSp add">
        <pc:chgData name="" userId="97c7b900f41abbbd" providerId="LiveId" clId="{979EC86F-3C84-429F-8159-8EBE43818E78}" dt="2020-07-15T16:40:57.285" v="67" actId="20577"/>
        <pc:sldMkLst>
          <pc:docMk/>
          <pc:sldMk cId="2931764882" sldId="291"/>
        </pc:sldMkLst>
        <pc:spChg chg="mod">
          <ac:chgData name="" userId="97c7b900f41abbbd" providerId="LiveId" clId="{979EC86F-3C84-429F-8159-8EBE43818E78}" dt="2020-07-15T16:40:57.285" v="67" actId="20577"/>
          <ac:spMkLst>
            <pc:docMk/>
            <pc:sldMk cId="2931764882" sldId="291"/>
            <ac:spMk id="2" creationId="{00000000-0000-0000-0000-000000000000}"/>
          </ac:spMkLst>
        </pc:spChg>
      </pc:sldChg>
      <pc:sldChg chg="modSp add">
        <pc:chgData name="" userId="97c7b900f41abbbd" providerId="LiveId" clId="{979EC86F-3C84-429F-8159-8EBE43818E78}" dt="2020-07-15T16:41:12.021" v="76" actId="20577"/>
        <pc:sldMkLst>
          <pc:docMk/>
          <pc:sldMk cId="1537327826" sldId="292"/>
        </pc:sldMkLst>
        <pc:spChg chg="mod">
          <ac:chgData name="" userId="97c7b900f41abbbd" providerId="LiveId" clId="{979EC86F-3C84-429F-8159-8EBE43818E78}" dt="2020-07-15T16:41:12.021" v="76" actId="20577"/>
          <ac:spMkLst>
            <pc:docMk/>
            <pc:sldMk cId="1537327826" sldId="292"/>
            <ac:spMk id="2" creationId="{00000000-0000-0000-0000-000000000000}"/>
          </ac:spMkLst>
        </pc:spChg>
      </pc:sldChg>
      <pc:sldChg chg="modSp add">
        <pc:chgData name="" userId="97c7b900f41abbbd" providerId="LiveId" clId="{979EC86F-3C84-429F-8159-8EBE43818E78}" dt="2020-07-15T16:41:23.342" v="87" actId="20577"/>
        <pc:sldMkLst>
          <pc:docMk/>
          <pc:sldMk cId="3586379736" sldId="293"/>
        </pc:sldMkLst>
        <pc:spChg chg="mod">
          <ac:chgData name="" userId="97c7b900f41abbbd" providerId="LiveId" clId="{979EC86F-3C84-429F-8159-8EBE43818E78}" dt="2020-07-15T16:41:23.342" v="87" actId="20577"/>
          <ac:spMkLst>
            <pc:docMk/>
            <pc:sldMk cId="3586379736" sldId="293"/>
            <ac:spMk id="2" creationId="{00000000-0000-0000-0000-000000000000}"/>
          </ac:spMkLst>
        </pc:spChg>
      </pc:sldChg>
      <pc:sldChg chg="modSp add">
        <pc:chgData name="" userId="97c7b900f41abbbd" providerId="LiveId" clId="{979EC86F-3C84-429F-8159-8EBE43818E78}" dt="2020-07-15T16:41:36.191" v="96" actId="20577"/>
        <pc:sldMkLst>
          <pc:docMk/>
          <pc:sldMk cId="681842254" sldId="294"/>
        </pc:sldMkLst>
        <pc:spChg chg="mod">
          <ac:chgData name="" userId="97c7b900f41abbbd" providerId="LiveId" clId="{979EC86F-3C84-429F-8159-8EBE43818E78}" dt="2020-07-15T16:41:36.191" v="96" actId="20577"/>
          <ac:spMkLst>
            <pc:docMk/>
            <pc:sldMk cId="681842254" sldId="294"/>
            <ac:spMk id="2" creationId="{00000000-0000-0000-0000-000000000000}"/>
          </ac:spMkLst>
        </pc:spChg>
      </pc:sldChg>
      <pc:sldChg chg="add">
        <pc:chgData name="" userId="97c7b900f41abbbd" providerId="LiveId" clId="{979EC86F-3C84-429F-8159-8EBE43818E78}" dt="2020-07-15T16:41:51.523" v="105"/>
        <pc:sldMkLst>
          <pc:docMk/>
          <pc:sldMk cId="3128259139" sldId="295"/>
        </pc:sldMkLst>
      </pc:sldChg>
      <pc:sldChg chg="modSp add">
        <pc:chgData name="" userId="97c7b900f41abbbd" providerId="LiveId" clId="{979EC86F-3C84-429F-8159-8EBE43818E78}" dt="2020-07-15T16:42:24.072" v="135" actId="20577"/>
        <pc:sldMkLst>
          <pc:docMk/>
          <pc:sldMk cId="2752705763" sldId="296"/>
        </pc:sldMkLst>
        <pc:spChg chg="mod">
          <ac:chgData name="" userId="97c7b900f41abbbd" providerId="LiveId" clId="{979EC86F-3C84-429F-8159-8EBE43818E78}" dt="2020-07-15T16:42:24.072" v="135" actId="20577"/>
          <ac:spMkLst>
            <pc:docMk/>
            <pc:sldMk cId="2752705763" sldId="296"/>
            <ac:spMk id="2" creationId="{00000000-0000-0000-0000-000000000000}"/>
          </ac:spMkLst>
        </pc:spChg>
      </pc:sldChg>
      <pc:sldChg chg="modSp add">
        <pc:chgData name="" userId="97c7b900f41abbbd" providerId="LiveId" clId="{979EC86F-3C84-429F-8159-8EBE43818E78}" dt="2020-07-15T16:42:43.455" v="174" actId="6549"/>
        <pc:sldMkLst>
          <pc:docMk/>
          <pc:sldMk cId="3759554165" sldId="297"/>
        </pc:sldMkLst>
        <pc:spChg chg="mod">
          <ac:chgData name="" userId="97c7b900f41abbbd" providerId="LiveId" clId="{979EC86F-3C84-429F-8159-8EBE43818E78}" dt="2020-07-15T16:42:43.455" v="174" actId="6549"/>
          <ac:spMkLst>
            <pc:docMk/>
            <pc:sldMk cId="3759554165" sldId="297"/>
            <ac:spMk id="2" creationId="{00000000-0000-0000-0000-000000000000}"/>
          </ac:spMkLst>
        </pc:spChg>
      </pc:sldChg>
      <pc:sldChg chg="modSp add">
        <pc:chgData name="" userId="97c7b900f41abbbd" providerId="LiveId" clId="{979EC86F-3C84-429F-8159-8EBE43818E78}" dt="2020-07-15T16:43:02.914" v="191" actId="20577"/>
        <pc:sldMkLst>
          <pc:docMk/>
          <pc:sldMk cId="967165089" sldId="298"/>
        </pc:sldMkLst>
        <pc:spChg chg="mod">
          <ac:chgData name="" userId="97c7b900f41abbbd" providerId="LiveId" clId="{979EC86F-3C84-429F-8159-8EBE43818E78}" dt="2020-07-15T16:43:02.914" v="191" actId="20577"/>
          <ac:spMkLst>
            <pc:docMk/>
            <pc:sldMk cId="967165089" sldId="298"/>
            <ac:spMk id="2" creationId="{00000000-0000-0000-0000-000000000000}"/>
          </ac:spMkLst>
        </pc:spChg>
      </pc:sldChg>
      <pc:sldChg chg="modSp add">
        <pc:chgData name="" userId="97c7b900f41abbbd" providerId="LiveId" clId="{979EC86F-3C84-429F-8159-8EBE43818E78}" dt="2020-07-15T16:43:14.251" v="196" actId="20577"/>
        <pc:sldMkLst>
          <pc:docMk/>
          <pc:sldMk cId="1633868726" sldId="299"/>
        </pc:sldMkLst>
        <pc:spChg chg="mod">
          <ac:chgData name="" userId="97c7b900f41abbbd" providerId="LiveId" clId="{979EC86F-3C84-429F-8159-8EBE43818E78}" dt="2020-07-15T16:43:14.251" v="196" actId="20577"/>
          <ac:spMkLst>
            <pc:docMk/>
            <pc:sldMk cId="1633868726" sldId="299"/>
            <ac:spMk id="2" creationId="{00000000-0000-0000-0000-000000000000}"/>
          </ac:spMkLst>
        </pc:spChg>
      </pc:sldChg>
      <pc:sldChg chg="modSp add">
        <pc:chgData name="" userId="97c7b900f41abbbd" providerId="LiveId" clId="{979EC86F-3C84-429F-8159-8EBE43818E78}" dt="2020-07-15T16:43:41.319" v="221" actId="6549"/>
        <pc:sldMkLst>
          <pc:docMk/>
          <pc:sldMk cId="666583766" sldId="300"/>
        </pc:sldMkLst>
        <pc:spChg chg="mod">
          <ac:chgData name="" userId="97c7b900f41abbbd" providerId="LiveId" clId="{979EC86F-3C84-429F-8159-8EBE43818E78}" dt="2020-07-15T16:43:41.319" v="221" actId="6549"/>
          <ac:spMkLst>
            <pc:docMk/>
            <pc:sldMk cId="666583766" sldId="300"/>
            <ac:spMk id="2" creationId="{00000000-0000-0000-0000-000000000000}"/>
          </ac:spMkLst>
        </pc:spChg>
      </pc:sldChg>
      <pc:sldChg chg="modSp add">
        <pc:chgData name="" userId="97c7b900f41abbbd" providerId="LiveId" clId="{979EC86F-3C84-429F-8159-8EBE43818E78}" dt="2020-07-15T16:43:59.291" v="243" actId="20577"/>
        <pc:sldMkLst>
          <pc:docMk/>
          <pc:sldMk cId="356163524" sldId="301"/>
        </pc:sldMkLst>
        <pc:spChg chg="mod">
          <ac:chgData name="" userId="97c7b900f41abbbd" providerId="LiveId" clId="{979EC86F-3C84-429F-8159-8EBE43818E78}" dt="2020-07-15T16:43:59.291" v="243" actId="20577"/>
          <ac:spMkLst>
            <pc:docMk/>
            <pc:sldMk cId="356163524" sldId="301"/>
            <ac:spMk id="2" creationId="{00000000-0000-0000-0000-000000000000}"/>
          </ac:spMkLst>
        </pc:spChg>
      </pc:sldChg>
      <pc:sldChg chg="modSp add">
        <pc:chgData name="" userId="97c7b900f41abbbd" providerId="LiveId" clId="{979EC86F-3C84-429F-8159-8EBE43818E78}" dt="2020-07-15T16:44:12.527" v="254" actId="6549"/>
        <pc:sldMkLst>
          <pc:docMk/>
          <pc:sldMk cId="75717634" sldId="302"/>
        </pc:sldMkLst>
        <pc:spChg chg="mod">
          <ac:chgData name="" userId="97c7b900f41abbbd" providerId="LiveId" clId="{979EC86F-3C84-429F-8159-8EBE43818E78}" dt="2020-07-15T16:44:12.527" v="254" actId="6549"/>
          <ac:spMkLst>
            <pc:docMk/>
            <pc:sldMk cId="75717634" sldId="302"/>
            <ac:spMk id="2" creationId="{00000000-0000-0000-0000-000000000000}"/>
          </ac:spMkLst>
        </pc:spChg>
      </pc:sldChg>
      <pc:sldChg chg="modSp add">
        <pc:chgData name="" userId="97c7b900f41abbbd" providerId="LiveId" clId="{979EC86F-3C84-429F-8159-8EBE43818E78}" dt="2020-07-15T16:44:22.827" v="258" actId="20577"/>
        <pc:sldMkLst>
          <pc:docMk/>
          <pc:sldMk cId="4145174729" sldId="303"/>
        </pc:sldMkLst>
        <pc:spChg chg="mod">
          <ac:chgData name="" userId="97c7b900f41abbbd" providerId="LiveId" clId="{979EC86F-3C84-429F-8159-8EBE43818E78}" dt="2020-07-15T16:44:22.827" v="258" actId="20577"/>
          <ac:spMkLst>
            <pc:docMk/>
            <pc:sldMk cId="4145174729" sldId="303"/>
            <ac:spMk id="2" creationId="{00000000-0000-0000-0000-000000000000}"/>
          </ac:spMkLst>
        </pc:spChg>
      </pc:sldChg>
      <pc:sldChg chg="modSp add">
        <pc:chgData name="" userId="97c7b900f41abbbd" providerId="LiveId" clId="{979EC86F-3C84-429F-8159-8EBE43818E78}" dt="2020-07-15T16:44:47.585" v="281" actId="27636"/>
        <pc:sldMkLst>
          <pc:docMk/>
          <pc:sldMk cId="1156440900" sldId="304"/>
        </pc:sldMkLst>
        <pc:spChg chg="mod">
          <ac:chgData name="" userId="97c7b900f41abbbd" providerId="LiveId" clId="{979EC86F-3C84-429F-8159-8EBE43818E78}" dt="2020-07-15T16:44:47.585" v="281" actId="27636"/>
          <ac:spMkLst>
            <pc:docMk/>
            <pc:sldMk cId="1156440900" sldId="304"/>
            <ac:spMk id="2" creationId="{00000000-0000-0000-0000-000000000000}"/>
          </ac:spMkLst>
        </pc:spChg>
      </pc:sldChg>
      <pc:sldChg chg="modSp add">
        <pc:chgData name="" userId="97c7b900f41abbbd" providerId="LiveId" clId="{979EC86F-3C84-429F-8159-8EBE43818E78}" dt="2020-07-15T16:45:01.003" v="292" actId="20577"/>
        <pc:sldMkLst>
          <pc:docMk/>
          <pc:sldMk cId="2571945779" sldId="305"/>
        </pc:sldMkLst>
        <pc:spChg chg="mod">
          <ac:chgData name="" userId="97c7b900f41abbbd" providerId="LiveId" clId="{979EC86F-3C84-429F-8159-8EBE43818E78}" dt="2020-07-15T16:45:01.003" v="292" actId="20577"/>
          <ac:spMkLst>
            <pc:docMk/>
            <pc:sldMk cId="2571945779" sldId="305"/>
            <ac:spMk id="2" creationId="{00000000-0000-0000-0000-000000000000}"/>
          </ac:spMkLst>
        </pc:spChg>
      </pc:sldChg>
      <pc:sldChg chg="modSp add">
        <pc:chgData name="" userId="97c7b900f41abbbd" providerId="LiveId" clId="{979EC86F-3C84-429F-8159-8EBE43818E78}" dt="2020-07-15T16:45:30.886" v="330" actId="6549"/>
        <pc:sldMkLst>
          <pc:docMk/>
          <pc:sldMk cId="3370302734" sldId="306"/>
        </pc:sldMkLst>
        <pc:spChg chg="mod">
          <ac:chgData name="" userId="97c7b900f41abbbd" providerId="LiveId" clId="{979EC86F-3C84-429F-8159-8EBE43818E78}" dt="2020-07-15T16:45:30.886" v="330" actId="6549"/>
          <ac:spMkLst>
            <pc:docMk/>
            <pc:sldMk cId="3370302734" sldId="306"/>
            <ac:spMk id="2" creationId="{00000000-0000-0000-0000-000000000000}"/>
          </ac:spMkLst>
        </pc:spChg>
      </pc:sldChg>
      <pc:sldChg chg="modSp add">
        <pc:chgData name="" userId="97c7b900f41abbbd" providerId="LiveId" clId="{979EC86F-3C84-429F-8159-8EBE43818E78}" dt="2020-07-15T16:45:42.581" v="339" actId="20577"/>
        <pc:sldMkLst>
          <pc:docMk/>
          <pc:sldMk cId="1705171410" sldId="307"/>
        </pc:sldMkLst>
        <pc:spChg chg="mod">
          <ac:chgData name="" userId="97c7b900f41abbbd" providerId="LiveId" clId="{979EC86F-3C84-429F-8159-8EBE43818E78}" dt="2020-07-15T16:45:42.581" v="339" actId="20577"/>
          <ac:spMkLst>
            <pc:docMk/>
            <pc:sldMk cId="1705171410" sldId="307"/>
            <ac:spMk id="2" creationId="{00000000-0000-0000-0000-000000000000}"/>
          </ac:spMkLst>
        </pc:spChg>
      </pc:sldChg>
      <pc:sldChg chg="modSp add">
        <pc:chgData name="" userId="97c7b900f41abbbd" providerId="LiveId" clId="{979EC86F-3C84-429F-8159-8EBE43818E78}" dt="2020-07-15T16:45:52.652" v="347" actId="20577"/>
        <pc:sldMkLst>
          <pc:docMk/>
          <pc:sldMk cId="2097331506" sldId="308"/>
        </pc:sldMkLst>
        <pc:spChg chg="mod">
          <ac:chgData name="" userId="97c7b900f41abbbd" providerId="LiveId" clId="{979EC86F-3C84-429F-8159-8EBE43818E78}" dt="2020-07-15T16:45:52.652" v="347" actId="20577"/>
          <ac:spMkLst>
            <pc:docMk/>
            <pc:sldMk cId="2097331506" sldId="308"/>
            <ac:spMk id="2" creationId="{00000000-0000-0000-0000-000000000000}"/>
          </ac:spMkLst>
        </pc:spChg>
      </pc:sldChg>
      <pc:sldChg chg="modSp add">
        <pc:chgData name="" userId="97c7b900f41abbbd" providerId="LiveId" clId="{979EC86F-3C84-429F-8159-8EBE43818E78}" dt="2020-07-15T16:46:04.504" v="357" actId="20577"/>
        <pc:sldMkLst>
          <pc:docMk/>
          <pc:sldMk cId="572106804" sldId="309"/>
        </pc:sldMkLst>
        <pc:spChg chg="mod">
          <ac:chgData name="" userId="97c7b900f41abbbd" providerId="LiveId" clId="{979EC86F-3C84-429F-8159-8EBE43818E78}" dt="2020-07-15T16:46:04.504" v="357" actId="20577"/>
          <ac:spMkLst>
            <pc:docMk/>
            <pc:sldMk cId="572106804" sldId="309"/>
            <ac:spMk id="2" creationId="{00000000-0000-0000-0000-000000000000}"/>
          </ac:spMkLst>
        </pc:spChg>
      </pc:sldChg>
      <pc:sldChg chg="modSp add">
        <pc:chgData name="" userId="97c7b900f41abbbd" providerId="LiveId" clId="{979EC86F-3C84-429F-8159-8EBE43818E78}" dt="2020-07-15T16:46:15.716" v="368" actId="20577"/>
        <pc:sldMkLst>
          <pc:docMk/>
          <pc:sldMk cId="1385122503" sldId="310"/>
        </pc:sldMkLst>
        <pc:spChg chg="mod">
          <ac:chgData name="" userId="97c7b900f41abbbd" providerId="LiveId" clId="{979EC86F-3C84-429F-8159-8EBE43818E78}" dt="2020-07-15T16:46:15.716" v="368" actId="20577"/>
          <ac:spMkLst>
            <pc:docMk/>
            <pc:sldMk cId="1385122503" sldId="310"/>
            <ac:spMk id="2" creationId="{00000000-0000-0000-0000-000000000000}"/>
          </ac:spMkLst>
        </pc:spChg>
      </pc:sldChg>
      <pc:sldChg chg="modSp add">
        <pc:chgData name="" userId="97c7b900f41abbbd" providerId="LiveId" clId="{979EC86F-3C84-429F-8159-8EBE43818E78}" dt="2020-07-15T16:46:27.615" v="375" actId="20577"/>
        <pc:sldMkLst>
          <pc:docMk/>
          <pc:sldMk cId="45790690" sldId="311"/>
        </pc:sldMkLst>
        <pc:spChg chg="mod">
          <ac:chgData name="" userId="97c7b900f41abbbd" providerId="LiveId" clId="{979EC86F-3C84-429F-8159-8EBE43818E78}" dt="2020-07-15T16:46:27.615" v="375" actId="20577"/>
          <ac:spMkLst>
            <pc:docMk/>
            <pc:sldMk cId="45790690" sldId="311"/>
            <ac:spMk id="2" creationId="{00000000-0000-0000-0000-000000000000}"/>
          </ac:spMkLst>
        </pc:spChg>
      </pc:sldChg>
      <pc:sldChg chg="modSp add">
        <pc:chgData name="" userId="97c7b900f41abbbd" providerId="LiveId" clId="{979EC86F-3C84-429F-8159-8EBE43818E78}" dt="2020-07-15T16:46:39.183" v="383" actId="20577"/>
        <pc:sldMkLst>
          <pc:docMk/>
          <pc:sldMk cId="1055544182" sldId="312"/>
        </pc:sldMkLst>
        <pc:spChg chg="mod">
          <ac:chgData name="" userId="97c7b900f41abbbd" providerId="LiveId" clId="{979EC86F-3C84-429F-8159-8EBE43818E78}" dt="2020-07-15T16:46:39.183" v="383" actId="20577"/>
          <ac:spMkLst>
            <pc:docMk/>
            <pc:sldMk cId="1055544182" sldId="312"/>
            <ac:spMk id="2" creationId="{00000000-0000-0000-0000-000000000000}"/>
          </ac:spMkLst>
        </pc:spChg>
      </pc:sldChg>
      <pc:sldChg chg="modSp add">
        <pc:chgData name="" userId="97c7b900f41abbbd" providerId="LiveId" clId="{979EC86F-3C84-429F-8159-8EBE43818E78}" dt="2020-07-15T16:47:00.295" v="389" actId="20577"/>
        <pc:sldMkLst>
          <pc:docMk/>
          <pc:sldMk cId="1925289753" sldId="313"/>
        </pc:sldMkLst>
        <pc:spChg chg="mod">
          <ac:chgData name="" userId="97c7b900f41abbbd" providerId="LiveId" clId="{979EC86F-3C84-429F-8159-8EBE43818E78}" dt="2020-07-15T16:47:00.295" v="389" actId="20577"/>
          <ac:spMkLst>
            <pc:docMk/>
            <pc:sldMk cId="1925289753" sldId="313"/>
            <ac:spMk id="2" creationId="{00000000-0000-0000-0000-000000000000}"/>
          </ac:spMkLst>
        </pc:spChg>
      </pc:sldChg>
      <pc:sldChg chg="modSp add">
        <pc:chgData name="" userId="97c7b900f41abbbd" providerId="LiveId" clId="{979EC86F-3C84-429F-8159-8EBE43818E78}" dt="2020-07-15T16:47:12.677" v="397" actId="20577"/>
        <pc:sldMkLst>
          <pc:docMk/>
          <pc:sldMk cId="48028899" sldId="314"/>
        </pc:sldMkLst>
        <pc:spChg chg="mod">
          <ac:chgData name="" userId="97c7b900f41abbbd" providerId="LiveId" clId="{979EC86F-3C84-429F-8159-8EBE43818E78}" dt="2020-07-15T16:47:12.677" v="397" actId="20577"/>
          <ac:spMkLst>
            <pc:docMk/>
            <pc:sldMk cId="48028899" sldId="314"/>
            <ac:spMk id="2" creationId="{00000000-0000-0000-0000-000000000000}"/>
          </ac:spMkLst>
        </pc:spChg>
      </pc:sldChg>
      <pc:sldChg chg="modSp add">
        <pc:chgData name="" userId="97c7b900f41abbbd" providerId="LiveId" clId="{979EC86F-3C84-429F-8159-8EBE43818E78}" dt="2020-07-15T16:47:28.658" v="404" actId="20577"/>
        <pc:sldMkLst>
          <pc:docMk/>
          <pc:sldMk cId="2241003853" sldId="315"/>
        </pc:sldMkLst>
        <pc:spChg chg="mod">
          <ac:chgData name="" userId="97c7b900f41abbbd" providerId="LiveId" clId="{979EC86F-3C84-429F-8159-8EBE43818E78}" dt="2020-07-15T16:47:28.658" v="404" actId="20577"/>
          <ac:spMkLst>
            <pc:docMk/>
            <pc:sldMk cId="2241003853" sldId="315"/>
            <ac:spMk id="2" creationId="{00000000-0000-0000-0000-000000000000}"/>
          </ac:spMkLst>
        </pc:spChg>
      </pc:sldChg>
      <pc:sldChg chg="modSp add">
        <pc:chgData name="" userId="97c7b900f41abbbd" providerId="LiveId" clId="{979EC86F-3C84-429F-8159-8EBE43818E78}" dt="2020-07-15T16:47:41.629" v="411" actId="20577"/>
        <pc:sldMkLst>
          <pc:docMk/>
          <pc:sldMk cId="3471961051" sldId="316"/>
        </pc:sldMkLst>
        <pc:spChg chg="mod">
          <ac:chgData name="" userId="97c7b900f41abbbd" providerId="LiveId" clId="{979EC86F-3C84-429F-8159-8EBE43818E78}" dt="2020-07-15T16:47:41.629" v="411" actId="20577"/>
          <ac:spMkLst>
            <pc:docMk/>
            <pc:sldMk cId="3471961051" sldId="316"/>
            <ac:spMk id="2" creationId="{00000000-0000-0000-0000-000000000000}"/>
          </ac:spMkLst>
        </pc:spChg>
      </pc:sldChg>
      <pc:sldChg chg="modSp add">
        <pc:chgData name="" userId="97c7b900f41abbbd" providerId="LiveId" clId="{979EC86F-3C84-429F-8159-8EBE43818E78}" dt="2020-07-15T16:47:55.012" v="420" actId="20577"/>
        <pc:sldMkLst>
          <pc:docMk/>
          <pc:sldMk cId="3330831689" sldId="317"/>
        </pc:sldMkLst>
        <pc:spChg chg="mod">
          <ac:chgData name="" userId="97c7b900f41abbbd" providerId="LiveId" clId="{979EC86F-3C84-429F-8159-8EBE43818E78}" dt="2020-07-15T16:47:55.012" v="420" actId="20577"/>
          <ac:spMkLst>
            <pc:docMk/>
            <pc:sldMk cId="3330831689" sldId="317"/>
            <ac:spMk id="2" creationId="{00000000-0000-0000-0000-000000000000}"/>
          </ac:spMkLst>
        </pc:spChg>
      </pc:sldChg>
      <pc:sldChg chg="modSp add">
        <pc:chgData name="" userId="97c7b900f41abbbd" providerId="LiveId" clId="{979EC86F-3C84-429F-8159-8EBE43818E78}" dt="2020-07-15T16:48:04.094" v="430" actId="20577"/>
        <pc:sldMkLst>
          <pc:docMk/>
          <pc:sldMk cId="1206454870" sldId="318"/>
        </pc:sldMkLst>
        <pc:spChg chg="mod">
          <ac:chgData name="" userId="97c7b900f41abbbd" providerId="LiveId" clId="{979EC86F-3C84-429F-8159-8EBE43818E78}" dt="2020-07-15T16:48:04.094" v="430" actId="20577"/>
          <ac:spMkLst>
            <pc:docMk/>
            <pc:sldMk cId="1206454870" sldId="318"/>
            <ac:spMk id="2" creationId="{00000000-0000-0000-0000-000000000000}"/>
          </ac:spMkLst>
        </pc:spChg>
      </pc:sldChg>
    </pc:docChg>
  </pc:docChgLst>
  <pc:docChgLst>
    <pc:chgData name="Kelly Hinson" userId="97c7b900f41abbbd" providerId="LiveId" clId="{EF59B720-C695-41AD-9271-DA1E54E1A49B}"/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CIS 115 Quick review		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Chapters 1 - 3</a:t>
            </a:r>
          </a:p>
        </p:txBody>
      </p:sp>
    </p:spTree>
    <p:extLst>
      <p:ext uri="{BB962C8B-B14F-4D97-AF65-F5344CB8AC3E}">
        <p14:creationId xmlns:p14="http://schemas.microsoft.com/office/powerpoint/2010/main" val="869670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__________ write computer programs.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Man with computer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3282" y="3366907"/>
            <a:ext cx="3504041" cy="2319576"/>
          </a:xfrm>
        </p:spPr>
      </p:pic>
    </p:spTree>
    <p:extLst>
      <p:ext uri="{BB962C8B-B14F-4D97-AF65-F5344CB8AC3E}">
        <p14:creationId xmlns:p14="http://schemas.microsoft.com/office/powerpoint/2010/main" val="1792313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___Programmers_______ write computer programs.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Man with computer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3282" y="3366907"/>
            <a:ext cx="3504041" cy="2319576"/>
          </a:xfrm>
        </p:spPr>
      </p:pic>
    </p:spTree>
    <p:extLst>
      <p:ext uri="{BB962C8B-B14F-4D97-AF65-F5344CB8AC3E}">
        <p14:creationId xmlns:p14="http://schemas.microsoft.com/office/powerpoint/2010/main" val="728809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306948"/>
          </a:xfrm>
        </p:spPr>
        <p:txBody>
          <a:bodyPr>
            <a:normAutofit fontScale="90000"/>
          </a:bodyPr>
          <a:lstStyle/>
          <a:p>
            <a:r>
              <a:rPr lang="en-US" dirty="0"/>
              <a:t>C++, Java, Visual Basic, and COBOL are examples of __________ __________.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coding languages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987" y="2253456"/>
            <a:ext cx="5534025" cy="3533775"/>
          </a:xfrm>
        </p:spPr>
      </p:pic>
    </p:spTree>
    <p:extLst>
      <p:ext uri="{BB962C8B-B14F-4D97-AF65-F5344CB8AC3E}">
        <p14:creationId xmlns:p14="http://schemas.microsoft.com/office/powerpoint/2010/main" val="382325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306948"/>
          </a:xfrm>
        </p:spPr>
        <p:txBody>
          <a:bodyPr>
            <a:normAutofit fontScale="90000"/>
          </a:bodyPr>
          <a:lstStyle/>
          <a:p>
            <a:r>
              <a:rPr lang="en-US" dirty="0"/>
              <a:t>C++, Java, Visual Basic, and COBOL are examples of __high-level programming languages________ __________.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coding languages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987" y="2253456"/>
            <a:ext cx="5534025" cy="3533775"/>
          </a:xfrm>
        </p:spPr>
      </p:pic>
    </p:spTree>
    <p:extLst>
      <p:ext uri="{BB962C8B-B14F-4D97-AF65-F5344CB8AC3E}">
        <p14:creationId xmlns:p14="http://schemas.microsoft.com/office/powerpoint/2010/main" val="871370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A(n) __________ is used to convert assembly language instructions to machine language</a:t>
            </a:r>
          </a:p>
        </p:txBody>
      </p:sp>
      <p:pic>
        <p:nvPicPr>
          <p:cNvPr id="4" name="Content Placeholder 3" descr="assembler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5270" y="2827814"/>
            <a:ext cx="4061460" cy="2385060"/>
          </a:xfrm>
        </p:spPr>
      </p:pic>
    </p:spTree>
    <p:extLst>
      <p:ext uri="{BB962C8B-B14F-4D97-AF65-F5344CB8AC3E}">
        <p14:creationId xmlns:p14="http://schemas.microsoft.com/office/powerpoint/2010/main" val="198594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A(n) _assembler_________ is used to convert assembly language instructions to machine language</a:t>
            </a:r>
          </a:p>
        </p:txBody>
      </p:sp>
      <p:pic>
        <p:nvPicPr>
          <p:cNvPr id="4" name="Content Placeholder 3" descr="assembler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5270" y="2827814"/>
            <a:ext cx="4061460" cy="2385060"/>
          </a:xfrm>
        </p:spPr>
      </p:pic>
    </p:spTree>
    <p:extLst>
      <p:ext uri="{BB962C8B-B14F-4D97-AF65-F5344CB8AC3E}">
        <p14:creationId xmlns:p14="http://schemas.microsoft.com/office/powerpoint/2010/main" val="3656215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92428"/>
            <a:ext cx="11029615" cy="1239438"/>
          </a:xfrm>
        </p:spPr>
        <p:txBody>
          <a:bodyPr>
            <a:normAutofit fontScale="90000"/>
          </a:bodyPr>
          <a:lstStyle/>
          <a:p>
            <a:r>
              <a:rPr lang="en-US" dirty="0"/>
              <a:t>A(n) __________ is used to convert high-level language instructions to machine language.</a:t>
            </a:r>
            <a:br>
              <a:rPr lang="en-US" dirty="0"/>
            </a:br>
            <a:endParaRPr lang="en-US" dirty="0"/>
          </a:p>
        </p:txBody>
      </p:sp>
      <p:pic>
        <p:nvPicPr>
          <p:cNvPr id="6" name="Content Placeholder 5" descr="machine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6881" y="2181225"/>
            <a:ext cx="3678238" cy="3678238"/>
          </a:xfrm>
        </p:spPr>
      </p:pic>
    </p:spTree>
    <p:extLst>
      <p:ext uri="{BB962C8B-B14F-4D97-AF65-F5344CB8AC3E}">
        <p14:creationId xmlns:p14="http://schemas.microsoft.com/office/powerpoint/2010/main" val="3984344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92428"/>
            <a:ext cx="11029615" cy="1239438"/>
          </a:xfrm>
        </p:spPr>
        <p:txBody>
          <a:bodyPr>
            <a:normAutofit fontScale="90000"/>
          </a:bodyPr>
          <a:lstStyle/>
          <a:p>
            <a:r>
              <a:rPr lang="en-US" dirty="0"/>
              <a:t>A(n) _compiler_________ is used to convert high-level language instructions to machine language.</a:t>
            </a:r>
            <a:br>
              <a:rPr lang="en-US" dirty="0"/>
            </a:br>
            <a:endParaRPr lang="en-US" dirty="0"/>
          </a:p>
        </p:txBody>
      </p:sp>
      <p:pic>
        <p:nvPicPr>
          <p:cNvPr id="6" name="Content Placeholder 5" descr="machine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6881" y="2181225"/>
            <a:ext cx="3678238" cy="3678238"/>
          </a:xfrm>
        </p:spPr>
      </p:pic>
    </p:spTree>
    <p:extLst>
      <p:ext uri="{BB962C8B-B14F-4D97-AF65-F5344CB8AC3E}">
        <p14:creationId xmlns:p14="http://schemas.microsoft.com/office/powerpoint/2010/main" val="2931764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5"/>
            <a:ext cx="11029616" cy="1178159"/>
          </a:xfrm>
        </p:spPr>
        <p:txBody>
          <a:bodyPr>
            <a:normAutofit fontScale="90000"/>
          </a:bodyPr>
          <a:lstStyle/>
          <a:p>
            <a:r>
              <a:rPr lang="en-US" dirty="0"/>
              <a:t>The __________ structure is the most simple of the basic control structures. 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sequence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0275" y="2863056"/>
            <a:ext cx="7791450" cy="2314575"/>
          </a:xfrm>
        </p:spPr>
      </p:pic>
    </p:spTree>
    <p:extLst>
      <p:ext uri="{BB962C8B-B14F-4D97-AF65-F5344CB8AC3E}">
        <p14:creationId xmlns:p14="http://schemas.microsoft.com/office/powerpoint/2010/main" val="3744991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5"/>
            <a:ext cx="11029616" cy="1178159"/>
          </a:xfrm>
        </p:spPr>
        <p:txBody>
          <a:bodyPr>
            <a:normAutofit fontScale="90000"/>
          </a:bodyPr>
          <a:lstStyle/>
          <a:p>
            <a:r>
              <a:rPr lang="en-US" dirty="0"/>
              <a:t>The _sequence_________ structure is the most simple of the basic control structures. 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sequence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0275" y="2863056"/>
            <a:ext cx="7791450" cy="2314575"/>
          </a:xfrm>
        </p:spPr>
      </p:pic>
    </p:spTree>
    <p:extLst>
      <p:ext uri="{BB962C8B-B14F-4D97-AF65-F5344CB8AC3E}">
        <p14:creationId xmlns:p14="http://schemas.microsoft.com/office/powerpoint/2010/main" val="15373278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__________ structure allows the programmer to create a loop in a program.</a:t>
            </a:r>
          </a:p>
        </p:txBody>
      </p:sp>
      <p:pic>
        <p:nvPicPr>
          <p:cNvPr id="4" name="Content Placeholder 3" descr="loop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1389" y="2181225"/>
            <a:ext cx="3669222" cy="3678238"/>
          </a:xfrm>
        </p:spPr>
      </p:pic>
    </p:spTree>
    <p:extLst>
      <p:ext uri="{BB962C8B-B14F-4D97-AF65-F5344CB8AC3E}">
        <p14:creationId xmlns:p14="http://schemas.microsoft.com/office/powerpoint/2010/main" val="9143534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repetition__________ structure allows the programmer to create a loop in a program.</a:t>
            </a:r>
          </a:p>
        </p:txBody>
      </p:sp>
      <p:pic>
        <p:nvPicPr>
          <p:cNvPr id="4" name="Content Placeholder 3" descr="loop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1389" y="2181225"/>
            <a:ext cx="3669222" cy="3678238"/>
          </a:xfrm>
        </p:spPr>
      </p:pic>
    </p:spTree>
    <p:extLst>
      <p:ext uri="{BB962C8B-B14F-4D97-AF65-F5344CB8AC3E}">
        <p14:creationId xmlns:p14="http://schemas.microsoft.com/office/powerpoint/2010/main" val="35863797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__________ structure allows the programmer to evaluate a condition in a program.</a:t>
            </a:r>
          </a:p>
        </p:txBody>
      </p:sp>
      <p:pic>
        <p:nvPicPr>
          <p:cNvPr id="4" name="Content Placeholder 3" descr="decision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2420144"/>
            <a:ext cx="4267200" cy="3200400"/>
          </a:xfrm>
        </p:spPr>
      </p:pic>
    </p:spTree>
    <p:extLst>
      <p:ext uri="{BB962C8B-B14F-4D97-AF65-F5344CB8AC3E}">
        <p14:creationId xmlns:p14="http://schemas.microsoft.com/office/powerpoint/2010/main" val="27116683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decision__________ structure allows the programmer to evaluate a condition in a program.</a:t>
            </a:r>
          </a:p>
        </p:txBody>
      </p:sp>
      <p:pic>
        <p:nvPicPr>
          <p:cNvPr id="4" name="Content Placeholder 3" descr="decision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2420144"/>
            <a:ext cx="4267200" cy="3200400"/>
          </a:xfrm>
        </p:spPr>
      </p:pic>
    </p:spTree>
    <p:extLst>
      <p:ext uri="{BB962C8B-B14F-4D97-AF65-F5344CB8AC3E}">
        <p14:creationId xmlns:p14="http://schemas.microsoft.com/office/powerpoint/2010/main" val="6818422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5"/>
            <a:ext cx="11029616" cy="1203917"/>
          </a:xfrm>
        </p:spPr>
        <p:txBody>
          <a:bodyPr>
            <a:normAutofit fontScale="90000"/>
          </a:bodyPr>
          <a:lstStyle/>
          <a:p>
            <a:r>
              <a:rPr lang="en-US" dirty="0"/>
              <a:t>The selection structure is commonly called the _--_____structure.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decision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6686" y="2181225"/>
            <a:ext cx="4618628" cy="3678238"/>
          </a:xfrm>
        </p:spPr>
      </p:pic>
    </p:spTree>
    <p:extLst>
      <p:ext uri="{BB962C8B-B14F-4D97-AF65-F5344CB8AC3E}">
        <p14:creationId xmlns:p14="http://schemas.microsoft.com/office/powerpoint/2010/main" val="20985791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5"/>
            <a:ext cx="11029616" cy="1203917"/>
          </a:xfrm>
        </p:spPr>
        <p:txBody>
          <a:bodyPr>
            <a:normAutofit fontScale="90000"/>
          </a:bodyPr>
          <a:lstStyle/>
          <a:p>
            <a:r>
              <a:rPr lang="en-US" dirty="0"/>
              <a:t>The selection structure is commonly called the _decision_________ structure.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decision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6686" y="2181225"/>
            <a:ext cx="4618628" cy="3678238"/>
          </a:xfrm>
        </p:spPr>
      </p:pic>
    </p:spTree>
    <p:extLst>
      <p:ext uri="{BB962C8B-B14F-4D97-AF65-F5344CB8AC3E}">
        <p14:creationId xmlns:p14="http://schemas.microsoft.com/office/powerpoint/2010/main" val="31282591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When you solve everyday problems, you go through a series of __________, usually without even thinking about them.</a:t>
            </a:r>
          </a:p>
        </p:txBody>
      </p:sp>
      <p:pic>
        <p:nvPicPr>
          <p:cNvPr id="4" name="Content Placeholder 3" descr="stairs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661" y="2181225"/>
            <a:ext cx="2758678" cy="3678238"/>
          </a:xfrm>
        </p:spPr>
      </p:pic>
    </p:spTree>
    <p:extLst>
      <p:ext uri="{BB962C8B-B14F-4D97-AF65-F5344CB8AC3E}">
        <p14:creationId xmlns:p14="http://schemas.microsoft.com/office/powerpoint/2010/main" val="10770573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When you solve everyday problems, you go through a series of __steps________, usually without even thinking about them.</a:t>
            </a:r>
          </a:p>
        </p:txBody>
      </p:sp>
      <p:pic>
        <p:nvPicPr>
          <p:cNvPr id="4" name="Content Placeholder 3" descr="stairs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661" y="2181225"/>
            <a:ext cx="2758678" cy="3678238"/>
          </a:xfrm>
        </p:spPr>
      </p:pic>
    </p:spTree>
    <p:extLst>
      <p:ext uri="{BB962C8B-B14F-4D97-AF65-F5344CB8AC3E}">
        <p14:creationId xmlns:p14="http://schemas.microsoft.com/office/powerpoint/2010/main" val="27527057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52402"/>
          </a:xfrm>
        </p:spPr>
        <p:txBody>
          <a:bodyPr>
            <a:normAutofit fontScale="90000"/>
          </a:bodyPr>
          <a:lstStyle/>
          <a:p>
            <a:r>
              <a:rPr lang="en-US" dirty="0"/>
              <a:t>The first and most important step in the problem-solving process is to __________ __________ __________.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analyze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8233" y="2313465"/>
            <a:ext cx="3755533" cy="3004426"/>
          </a:xfrm>
        </p:spPr>
      </p:pic>
    </p:spTree>
    <p:extLst>
      <p:ext uri="{BB962C8B-B14F-4D97-AF65-F5344CB8AC3E}">
        <p14:creationId xmlns:p14="http://schemas.microsoft.com/office/powerpoint/2010/main" val="12709554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52402"/>
          </a:xfrm>
        </p:spPr>
        <p:txBody>
          <a:bodyPr>
            <a:normAutofit fontScale="90000"/>
          </a:bodyPr>
          <a:lstStyle/>
          <a:p>
            <a:r>
              <a:rPr lang="en-US" dirty="0"/>
              <a:t>The first and most important step in the problem-solving process is to ___analyze the problem__________.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analyze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8233" y="2313465"/>
            <a:ext cx="3755533" cy="3004426"/>
          </a:xfrm>
        </p:spPr>
      </p:pic>
    </p:spTree>
    <p:extLst>
      <p:ext uri="{BB962C8B-B14F-4D97-AF65-F5344CB8AC3E}">
        <p14:creationId xmlns:p14="http://schemas.microsoft.com/office/powerpoint/2010/main" val="37595541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second step in the problem-solving process is to __________ __________ __________.</a:t>
            </a:r>
          </a:p>
        </p:txBody>
      </p:sp>
      <p:pic>
        <p:nvPicPr>
          <p:cNvPr id="4" name="Content Placeholder 3" descr="plan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9876" y="2654943"/>
            <a:ext cx="4211392" cy="2341534"/>
          </a:xfrm>
        </p:spPr>
      </p:pic>
    </p:spTree>
    <p:extLst>
      <p:ext uri="{BB962C8B-B14F-4D97-AF65-F5344CB8AC3E}">
        <p14:creationId xmlns:p14="http://schemas.microsoft.com/office/powerpoint/2010/main" val="4024066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second step in the problem-solving process is to _plan_________ the__________ _algorithm_________.</a:t>
            </a:r>
          </a:p>
        </p:txBody>
      </p:sp>
      <p:pic>
        <p:nvPicPr>
          <p:cNvPr id="4" name="Content Placeholder 3" descr="plan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9876" y="2654943"/>
            <a:ext cx="4211392" cy="2341534"/>
          </a:xfrm>
        </p:spPr>
      </p:pic>
    </p:spTree>
    <p:extLst>
      <p:ext uri="{BB962C8B-B14F-4D97-AF65-F5344CB8AC3E}">
        <p14:creationId xmlns:p14="http://schemas.microsoft.com/office/powerpoint/2010/main" val="9671650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After desk-checking the algorithm, the algorithm can now be converted into an actual  ___________.</a:t>
            </a:r>
          </a:p>
        </p:txBody>
      </p:sp>
      <p:pic>
        <p:nvPicPr>
          <p:cNvPr id="4" name="Content Placeholder 3" descr="program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8388" y="2181225"/>
            <a:ext cx="2455223" cy="3678238"/>
          </a:xfrm>
        </p:spPr>
      </p:pic>
    </p:spTree>
    <p:extLst>
      <p:ext uri="{BB962C8B-B14F-4D97-AF65-F5344CB8AC3E}">
        <p14:creationId xmlns:p14="http://schemas.microsoft.com/office/powerpoint/2010/main" val="26622800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After desk-checking the algorithm, the algorithm can now be converted into an actual  code___________.</a:t>
            </a:r>
          </a:p>
        </p:txBody>
      </p:sp>
      <p:pic>
        <p:nvPicPr>
          <p:cNvPr id="4" name="Content Placeholder 3" descr="program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8388" y="2181225"/>
            <a:ext cx="2455223" cy="3678238"/>
          </a:xfrm>
        </p:spPr>
      </p:pic>
    </p:spTree>
    <p:extLst>
      <p:ext uri="{BB962C8B-B14F-4D97-AF65-F5344CB8AC3E}">
        <p14:creationId xmlns:p14="http://schemas.microsoft.com/office/powerpoint/2010/main" val="16338687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818066"/>
            <a:ext cx="11029616" cy="1013800"/>
          </a:xfrm>
        </p:spPr>
        <p:txBody>
          <a:bodyPr>
            <a:normAutofit fontScale="90000"/>
          </a:bodyPr>
          <a:lstStyle/>
          <a:p>
            <a:r>
              <a:rPr lang="en-US" dirty="0"/>
              <a:t>The last step in the problem-solving process is to __________ and __________ (if necessary) the program.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modify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0" y="3385344"/>
            <a:ext cx="8763000" cy="1270000"/>
          </a:xfrm>
        </p:spPr>
      </p:pic>
    </p:spTree>
    <p:extLst>
      <p:ext uri="{BB962C8B-B14F-4D97-AF65-F5344CB8AC3E}">
        <p14:creationId xmlns:p14="http://schemas.microsoft.com/office/powerpoint/2010/main" val="31524625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818066"/>
            <a:ext cx="11029616" cy="1013800"/>
          </a:xfrm>
        </p:spPr>
        <p:txBody>
          <a:bodyPr>
            <a:normAutofit fontScale="90000"/>
          </a:bodyPr>
          <a:lstStyle/>
          <a:p>
            <a:r>
              <a:rPr lang="en-US" dirty="0"/>
              <a:t>The last step in the problem-solving process is to evaluate______ and _modify___ (if necessary) the program.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modify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0" y="3385344"/>
            <a:ext cx="8763000" cy="1270000"/>
          </a:xfrm>
        </p:spPr>
      </p:pic>
    </p:spTree>
    <p:extLst>
      <p:ext uri="{BB962C8B-B14F-4D97-AF65-F5344CB8AC3E}">
        <p14:creationId xmlns:p14="http://schemas.microsoft.com/office/powerpoint/2010/main" val="6665837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830945"/>
            <a:ext cx="11029616" cy="1013800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Two aids when designing a solution to a problem are __________ and __________.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flowchart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726" y="2425924"/>
            <a:ext cx="2167053" cy="3678238"/>
          </a:xfrm>
        </p:spPr>
      </p:pic>
      <p:pic>
        <p:nvPicPr>
          <p:cNvPr id="5" name="Picture 4" descr="pseudo cod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955" y="2425924"/>
            <a:ext cx="3747752" cy="380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8315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830945"/>
            <a:ext cx="11029616" cy="1013800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Two aids when designing a solution to a problem are _flowcharts_________ and _pseudo-code_________.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flowchart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726" y="2425924"/>
            <a:ext cx="2167053" cy="3678238"/>
          </a:xfrm>
        </p:spPr>
      </p:pic>
      <p:pic>
        <p:nvPicPr>
          <p:cNvPr id="5" name="Picture 4" descr="pseudo cod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955" y="2425924"/>
            <a:ext cx="3747752" cy="380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635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term for desk-checking is __________-tracing. 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hand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3841" y="2181225"/>
            <a:ext cx="4904317" cy="3678238"/>
          </a:xfrm>
        </p:spPr>
      </p:pic>
    </p:spTree>
    <p:extLst>
      <p:ext uri="{BB962C8B-B14F-4D97-AF65-F5344CB8AC3E}">
        <p14:creationId xmlns:p14="http://schemas.microsoft.com/office/powerpoint/2010/main" val="4148151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Another term for desk-checking is hand______-tracing. 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hand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3841" y="2181225"/>
            <a:ext cx="4904317" cy="3678238"/>
          </a:xfrm>
        </p:spPr>
      </p:pic>
    </p:spTree>
    <p:extLst>
      <p:ext uri="{BB962C8B-B14F-4D97-AF65-F5344CB8AC3E}">
        <p14:creationId xmlns:p14="http://schemas.microsoft.com/office/powerpoint/2010/main" val="757176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1" y="830944"/>
            <a:ext cx="11029616" cy="1013800"/>
          </a:xfrm>
        </p:spPr>
        <p:txBody>
          <a:bodyPr>
            <a:normAutofit fontScale="90000"/>
          </a:bodyPr>
          <a:lstStyle/>
          <a:p>
            <a:r>
              <a:rPr lang="en-US" dirty="0"/>
              <a:t>A(n) __________ chart is used to organize and summarize the results of problem analysis.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IPO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25" y="2686844"/>
            <a:ext cx="3333750" cy="2667000"/>
          </a:xfrm>
        </p:spPr>
      </p:pic>
    </p:spTree>
    <p:extLst>
      <p:ext uri="{BB962C8B-B14F-4D97-AF65-F5344CB8AC3E}">
        <p14:creationId xmlns:p14="http://schemas.microsoft.com/office/powerpoint/2010/main" val="17254887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1" y="830944"/>
            <a:ext cx="11029616" cy="1013800"/>
          </a:xfrm>
        </p:spPr>
        <p:txBody>
          <a:bodyPr>
            <a:normAutofit fontScale="90000"/>
          </a:bodyPr>
          <a:lstStyle/>
          <a:p>
            <a:r>
              <a:rPr lang="en-US" dirty="0"/>
              <a:t>A(n) _IPO_________ chart is used to organize and summarize the results of problem analysis.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IPO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25" y="2686844"/>
            <a:ext cx="3333750" cy="2667000"/>
          </a:xfrm>
        </p:spPr>
      </p:pic>
    </p:spTree>
    <p:extLst>
      <p:ext uri="{BB962C8B-B14F-4D97-AF65-F5344CB8AC3E}">
        <p14:creationId xmlns:p14="http://schemas.microsoft.com/office/powerpoint/2010/main" val="41451747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IPO stands for __________, __________, and __________.</a:t>
            </a:r>
            <a:br>
              <a:rPr lang="en-US" dirty="0"/>
            </a:br>
            <a:endParaRPr lang="en-US" dirty="0"/>
          </a:p>
        </p:txBody>
      </p:sp>
      <p:pic>
        <p:nvPicPr>
          <p:cNvPr id="9" name="Picture 8" descr="input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660" y="2733491"/>
            <a:ext cx="2939603" cy="2939603"/>
          </a:xfrm>
          <a:prstGeom prst="rect">
            <a:avLst/>
          </a:prstGeom>
        </p:spPr>
      </p:pic>
      <p:pic>
        <p:nvPicPr>
          <p:cNvPr id="11" name="Content Placeholder 10" descr="input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192" y="3268341"/>
            <a:ext cx="2805952" cy="1869904"/>
          </a:xfrm>
        </p:spPr>
      </p:pic>
      <p:pic>
        <p:nvPicPr>
          <p:cNvPr id="12" name="Picture 11" descr="computer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3321" y="3065172"/>
            <a:ext cx="1737105" cy="1774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8345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dirty="0"/>
              <a:t>IPO stands for __input___, _processing___, and _output___.</a:t>
            </a:r>
            <a:br>
              <a:rPr lang="en-US" dirty="0"/>
            </a:br>
            <a:endParaRPr lang="en-US" dirty="0"/>
          </a:p>
        </p:txBody>
      </p:sp>
      <p:pic>
        <p:nvPicPr>
          <p:cNvPr id="9" name="Picture 8" descr="input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660" y="2733491"/>
            <a:ext cx="2939603" cy="2939603"/>
          </a:xfrm>
          <a:prstGeom prst="rect">
            <a:avLst/>
          </a:prstGeom>
        </p:spPr>
      </p:pic>
      <p:pic>
        <p:nvPicPr>
          <p:cNvPr id="11" name="Content Placeholder 10" descr="input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192" y="3268341"/>
            <a:ext cx="2805952" cy="1869904"/>
          </a:xfrm>
        </p:spPr>
      </p:pic>
      <p:pic>
        <p:nvPicPr>
          <p:cNvPr id="12" name="Picture 11" descr="computer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3321" y="3065172"/>
            <a:ext cx="1737105" cy="1774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4409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895339"/>
            <a:ext cx="11029616" cy="1013800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After naming the item in an IPO chart,  a(n) __________  __________ must be chosen.</a:t>
            </a:r>
            <a:br>
              <a:rPr lang="en-US" dirty="0"/>
            </a:br>
            <a:endParaRPr lang="en-US" dirty="0"/>
          </a:p>
        </p:txBody>
      </p:sp>
      <p:pic>
        <p:nvPicPr>
          <p:cNvPr id="6" name="Content Placeholder 5" descr="datatype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6881" y="2181225"/>
            <a:ext cx="3678238" cy="3678238"/>
          </a:xfrm>
        </p:spPr>
      </p:pic>
    </p:spTree>
    <p:extLst>
      <p:ext uri="{BB962C8B-B14F-4D97-AF65-F5344CB8AC3E}">
        <p14:creationId xmlns:p14="http://schemas.microsoft.com/office/powerpoint/2010/main" val="23957380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895339"/>
            <a:ext cx="11029616" cy="1013800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After naming the item in an IPO chart,  a(n) _datatype_________  __________ must be chosen.</a:t>
            </a:r>
            <a:br>
              <a:rPr lang="en-US" dirty="0"/>
            </a:br>
            <a:endParaRPr lang="en-US" dirty="0"/>
          </a:p>
        </p:txBody>
      </p:sp>
      <p:pic>
        <p:nvPicPr>
          <p:cNvPr id="6" name="Content Placeholder 5" descr="datatype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6881" y="2181225"/>
            <a:ext cx="3678238" cy="3678238"/>
          </a:xfrm>
        </p:spPr>
      </p:pic>
    </p:spTree>
    <p:extLst>
      <p:ext uri="{BB962C8B-B14F-4D97-AF65-F5344CB8AC3E}">
        <p14:creationId xmlns:p14="http://schemas.microsoft.com/office/powerpoint/2010/main" val="25719457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53792"/>
            <a:ext cx="11029616" cy="1728834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In C++, the two types of memory locations available for you to temporarily store data are __________ and __________  __________.  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variable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1256" y="2924303"/>
            <a:ext cx="3820058" cy="2810267"/>
          </a:xfrm>
        </p:spPr>
      </p:pic>
      <p:pic>
        <p:nvPicPr>
          <p:cNvPr id="5" name="Picture 4" descr="constant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5555" y="2431960"/>
            <a:ext cx="3601792" cy="360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2321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53792"/>
            <a:ext cx="11029616" cy="1728834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In C++, the two types of memory locations available for you to temporarily store data are variables and named constants_ __________.  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variable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1256" y="2924303"/>
            <a:ext cx="3820058" cy="2810267"/>
          </a:xfrm>
        </p:spPr>
      </p:pic>
      <p:pic>
        <p:nvPicPr>
          <p:cNvPr id="5" name="Picture 4" descr="constant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5555" y="2431960"/>
            <a:ext cx="3601792" cy="360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3027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1" y="579549"/>
            <a:ext cx="11029616" cy="1329590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The value of a(n) __________ is permitted to change during the execution of a program.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variable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2663031"/>
            <a:ext cx="3810000" cy="2714625"/>
          </a:xfrm>
        </p:spPr>
      </p:pic>
    </p:spTree>
    <p:extLst>
      <p:ext uri="{BB962C8B-B14F-4D97-AF65-F5344CB8AC3E}">
        <p14:creationId xmlns:p14="http://schemas.microsoft.com/office/powerpoint/2010/main" val="26367122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1" y="579549"/>
            <a:ext cx="11029616" cy="1329590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The value of a(n) variable is permitted to change during the execution of a program.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variable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2663031"/>
            <a:ext cx="3810000" cy="2714625"/>
          </a:xfrm>
        </p:spPr>
      </p:pic>
    </p:spTree>
    <p:extLst>
      <p:ext uri="{BB962C8B-B14F-4D97-AF65-F5344CB8AC3E}">
        <p14:creationId xmlns:p14="http://schemas.microsoft.com/office/powerpoint/2010/main" val="17051714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A(n) __________ is also known as a reserved word.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key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2801144"/>
            <a:ext cx="2438400" cy="2438400"/>
          </a:xfrm>
        </p:spPr>
      </p:pic>
    </p:spTree>
    <p:extLst>
      <p:ext uri="{BB962C8B-B14F-4D97-AF65-F5344CB8AC3E}">
        <p14:creationId xmlns:p14="http://schemas.microsoft.com/office/powerpoint/2010/main" val="3226848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A(n) keyword is also known as a reserved word.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key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2801144"/>
            <a:ext cx="2438400" cy="2438400"/>
          </a:xfrm>
        </p:spPr>
      </p:pic>
    </p:spTree>
    <p:extLst>
      <p:ext uri="{BB962C8B-B14F-4D97-AF65-F5344CB8AC3E}">
        <p14:creationId xmlns:p14="http://schemas.microsoft.com/office/powerpoint/2010/main" val="20973315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1" y="669701"/>
            <a:ext cx="11029616" cy="1252317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The last rule in naming identifiers in C++ is that all identifiers are case __________.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sensitive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250" y="2591594"/>
            <a:ext cx="2857500" cy="2857500"/>
          </a:xfrm>
        </p:spPr>
      </p:pic>
    </p:spTree>
    <p:extLst>
      <p:ext uri="{BB962C8B-B14F-4D97-AF65-F5344CB8AC3E}">
        <p14:creationId xmlns:p14="http://schemas.microsoft.com/office/powerpoint/2010/main" val="35925856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1" y="669701"/>
            <a:ext cx="11029616" cy="1252317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The last rule in naming identifiers in C++ is that all identifiers are case sensitive_.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sensitive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250" y="2591594"/>
            <a:ext cx="2857500" cy="2857500"/>
          </a:xfrm>
        </p:spPr>
      </p:pic>
    </p:spTree>
    <p:extLst>
      <p:ext uri="{BB962C8B-B14F-4D97-AF65-F5344CB8AC3E}">
        <p14:creationId xmlns:p14="http://schemas.microsoft.com/office/powerpoint/2010/main" val="57210680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656823"/>
            <a:ext cx="11029616" cy="1342469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The string data type is not one of the __________ data types in C++.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fundamental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2130" y="2475324"/>
            <a:ext cx="2787739" cy="3604835"/>
          </a:xfrm>
        </p:spPr>
      </p:pic>
    </p:spTree>
    <p:extLst>
      <p:ext uri="{BB962C8B-B14F-4D97-AF65-F5344CB8AC3E}">
        <p14:creationId xmlns:p14="http://schemas.microsoft.com/office/powerpoint/2010/main" val="15378595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656823"/>
            <a:ext cx="11029616" cy="1342469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The string data type is not one of the built-in data types in C++.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fundamental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2130" y="2475324"/>
            <a:ext cx="2787739" cy="3604835"/>
          </a:xfrm>
        </p:spPr>
      </p:pic>
    </p:spTree>
    <p:extLst>
      <p:ext uri="{BB962C8B-B14F-4D97-AF65-F5344CB8AC3E}">
        <p14:creationId xmlns:p14="http://schemas.microsoft.com/office/powerpoint/2010/main" val="13851225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5"/>
            <a:ext cx="11029616" cy="1165281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Numbers are represented in internal memory using the __________ number system.  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binary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5633" y="2530688"/>
            <a:ext cx="3464417" cy="3464417"/>
          </a:xfrm>
        </p:spPr>
      </p:pic>
    </p:spTree>
    <p:extLst>
      <p:ext uri="{BB962C8B-B14F-4D97-AF65-F5344CB8AC3E}">
        <p14:creationId xmlns:p14="http://schemas.microsoft.com/office/powerpoint/2010/main" val="32780580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5"/>
            <a:ext cx="11029616" cy="1165281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Numbers are represented in internal memory using the binary number system.  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binary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5633" y="2530688"/>
            <a:ext cx="3464417" cy="3464417"/>
          </a:xfrm>
        </p:spPr>
      </p:pic>
    </p:spTree>
    <p:extLst>
      <p:ext uri="{BB962C8B-B14F-4D97-AF65-F5344CB8AC3E}">
        <p14:creationId xmlns:p14="http://schemas.microsoft.com/office/powerpoint/2010/main" val="457906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1" y="643944"/>
            <a:ext cx="11029616" cy="1252316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Variables of type __________ can take on the values of true and false.</a:t>
            </a:r>
            <a:br>
              <a:rPr lang="en-US" dirty="0"/>
            </a:br>
            <a:endParaRPr lang="en-US" dirty="0"/>
          </a:p>
        </p:txBody>
      </p:sp>
      <p:pic>
        <p:nvPicPr>
          <p:cNvPr id="6" name="Content Placeholder 5" descr="boolean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1561" y="2181225"/>
            <a:ext cx="2668877" cy="3678238"/>
          </a:xfrm>
        </p:spPr>
      </p:pic>
    </p:spTree>
    <p:extLst>
      <p:ext uri="{BB962C8B-B14F-4D97-AF65-F5344CB8AC3E}">
        <p14:creationId xmlns:p14="http://schemas.microsoft.com/office/powerpoint/2010/main" val="300843849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1" y="643944"/>
            <a:ext cx="11029616" cy="1252316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Variables of type </a:t>
            </a:r>
            <a:r>
              <a:rPr lang="en-US" dirty="0" err="1"/>
              <a:t>boolean</a:t>
            </a:r>
            <a:r>
              <a:rPr lang="en-US" dirty="0"/>
              <a:t> can take on the values of true and false.</a:t>
            </a:r>
            <a:br>
              <a:rPr lang="en-US" dirty="0"/>
            </a:br>
            <a:endParaRPr lang="en-US" dirty="0"/>
          </a:p>
        </p:txBody>
      </p:sp>
      <p:pic>
        <p:nvPicPr>
          <p:cNvPr id="6" name="Content Placeholder 5" descr="boolean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1561" y="2181225"/>
            <a:ext cx="2668877" cy="3678238"/>
          </a:xfrm>
        </p:spPr>
      </p:pic>
    </p:spTree>
    <p:extLst>
      <p:ext uri="{BB962C8B-B14F-4D97-AF65-F5344CB8AC3E}">
        <p14:creationId xmlns:p14="http://schemas.microsoft.com/office/powerpoint/2010/main" val="10555441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dirty="0"/>
              <a:t>The float and double data types store __________ numbers.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real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6306" y="2762173"/>
            <a:ext cx="3165412" cy="3288740"/>
          </a:xfrm>
        </p:spPr>
      </p:pic>
    </p:spTree>
    <p:extLst>
      <p:ext uri="{BB962C8B-B14F-4D97-AF65-F5344CB8AC3E}">
        <p14:creationId xmlns:p14="http://schemas.microsoft.com/office/powerpoint/2010/main" val="340665398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The float and double data types store _real_ numbers.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real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6306" y="2762173"/>
            <a:ext cx="3165412" cy="3288740"/>
          </a:xfrm>
        </p:spPr>
      </p:pic>
    </p:spTree>
    <p:extLst>
      <p:ext uri="{BB962C8B-B14F-4D97-AF65-F5344CB8AC3E}">
        <p14:creationId xmlns:p14="http://schemas.microsoft.com/office/powerpoint/2010/main" val="192528975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8034"/>
            <a:ext cx="11029616" cy="1316710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Unlike variables and named constants, __________ constants are not memory locations.  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literal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6455" y="2181225"/>
            <a:ext cx="6539089" cy="3678238"/>
          </a:xfrm>
        </p:spPr>
      </p:pic>
    </p:spTree>
    <p:extLst>
      <p:ext uri="{BB962C8B-B14F-4D97-AF65-F5344CB8AC3E}">
        <p14:creationId xmlns:p14="http://schemas.microsoft.com/office/powerpoint/2010/main" val="339828989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8034"/>
            <a:ext cx="11029616" cy="1316710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Unlike variables and named constants, _literal constants are not memory locations.  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literal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6455" y="2181225"/>
            <a:ext cx="6539089" cy="3678238"/>
          </a:xfrm>
        </p:spPr>
      </p:pic>
    </p:spTree>
    <p:extLst>
      <p:ext uri="{BB962C8B-B14F-4D97-AF65-F5344CB8AC3E}">
        <p14:creationId xmlns:p14="http://schemas.microsoft.com/office/powerpoint/2010/main" val="4802889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695459"/>
            <a:ext cx="11029616" cy="1187922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A string literal constant is zero or more characters enclosed in __________ quotation marks.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double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1026" y="2181225"/>
            <a:ext cx="3029948" cy="3678238"/>
          </a:xfrm>
        </p:spPr>
      </p:pic>
    </p:spTree>
    <p:extLst>
      <p:ext uri="{BB962C8B-B14F-4D97-AF65-F5344CB8AC3E}">
        <p14:creationId xmlns:p14="http://schemas.microsoft.com/office/powerpoint/2010/main" val="242278457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695459"/>
            <a:ext cx="11029616" cy="1187922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A string literal constant is zero or more characters enclosed in _double_ quotation marks.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double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1026" y="2181225"/>
            <a:ext cx="3029948" cy="3678238"/>
          </a:xfrm>
        </p:spPr>
      </p:pic>
    </p:spTree>
    <p:extLst>
      <p:ext uri="{BB962C8B-B14F-4D97-AF65-F5344CB8AC3E}">
        <p14:creationId xmlns:p14="http://schemas.microsoft.com/office/powerpoint/2010/main" val="224100385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92427"/>
            <a:ext cx="11029616" cy="1275009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A character literal constant is a single character enclosed in __________ quotation marks.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single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76" y="3064075"/>
            <a:ext cx="3546820" cy="2630522"/>
          </a:xfrm>
        </p:spPr>
      </p:pic>
    </p:spTree>
    <p:extLst>
      <p:ext uri="{BB962C8B-B14F-4D97-AF65-F5344CB8AC3E}">
        <p14:creationId xmlns:p14="http://schemas.microsoft.com/office/powerpoint/2010/main" val="153034323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92427"/>
            <a:ext cx="11029616" cy="1275009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A character literal constant is a single character enclosed in _single_ quotation marks.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single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76" y="3064075"/>
            <a:ext cx="3546820" cy="2630522"/>
          </a:xfrm>
        </p:spPr>
      </p:pic>
    </p:spTree>
    <p:extLst>
      <p:ext uri="{BB962C8B-B14F-4D97-AF65-F5344CB8AC3E}">
        <p14:creationId xmlns:p14="http://schemas.microsoft.com/office/powerpoint/2010/main" val="347196105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79549"/>
            <a:ext cx="11029616" cy="1278075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The __________ keyword is used to indicate that a memory location is a named constant.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const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0" y="2596356"/>
            <a:ext cx="1905000" cy="2847975"/>
          </a:xfrm>
        </p:spPr>
      </p:pic>
    </p:spTree>
    <p:extLst>
      <p:ext uri="{BB962C8B-B14F-4D97-AF65-F5344CB8AC3E}">
        <p14:creationId xmlns:p14="http://schemas.microsoft.com/office/powerpoint/2010/main" val="416588026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79549"/>
            <a:ext cx="11029616" cy="1278075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The _constant_ keyword is used to indicate that a memory location is a named constant.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const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0" y="2596356"/>
            <a:ext cx="1905000" cy="2847975"/>
          </a:xfrm>
        </p:spPr>
      </p:pic>
    </p:spTree>
    <p:extLst>
      <p:ext uri="{BB962C8B-B14F-4D97-AF65-F5344CB8AC3E}">
        <p14:creationId xmlns:p14="http://schemas.microsoft.com/office/powerpoint/2010/main" val="333083168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All statements in C++ must end with a(n) __________.</a:t>
            </a:r>
            <a:br>
              <a:rPr lang="en-US" dirty="0"/>
            </a:br>
            <a:endParaRPr lang="en-US" dirty="0"/>
          </a:p>
        </p:txBody>
      </p:sp>
      <p:pic>
        <p:nvPicPr>
          <p:cNvPr id="6" name="Content Placeholder 5" descr="semicolon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7342" y="2503197"/>
            <a:ext cx="3517315" cy="3678238"/>
          </a:xfrm>
        </p:spPr>
      </p:pic>
    </p:spTree>
    <p:extLst>
      <p:ext uri="{BB962C8B-B14F-4D97-AF65-F5344CB8AC3E}">
        <p14:creationId xmlns:p14="http://schemas.microsoft.com/office/powerpoint/2010/main" val="208959053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All statements in C++ must end with a(n</a:t>
            </a:r>
            <a:r>
              <a:rPr lang="en-US"/>
              <a:t>) semicolon_.</a:t>
            </a:r>
            <a:br>
              <a:rPr lang="en-US" dirty="0"/>
            </a:br>
            <a:endParaRPr lang="en-US" dirty="0"/>
          </a:p>
        </p:txBody>
      </p:sp>
      <p:pic>
        <p:nvPicPr>
          <p:cNvPr id="6" name="Content Placeholder 5" descr="semicolon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7342" y="2503197"/>
            <a:ext cx="3517315" cy="3678238"/>
          </a:xfrm>
        </p:spPr>
      </p:pic>
    </p:spTree>
    <p:extLst>
      <p:ext uri="{BB962C8B-B14F-4D97-AF65-F5344CB8AC3E}">
        <p14:creationId xmlns:p14="http://schemas.microsoft.com/office/powerpoint/2010/main" val="1206454870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TC103457464[[fn=Dividend]]</Template>
  <TotalTime>63</TotalTime>
  <Words>993</Words>
  <Application>Microsoft Office PowerPoint</Application>
  <PresentationFormat>Widescreen</PresentationFormat>
  <Paragraphs>64</Paragraphs>
  <Slides>63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7" baseType="lpstr">
      <vt:lpstr>Arial</vt:lpstr>
      <vt:lpstr>Gill Sans MT</vt:lpstr>
      <vt:lpstr>Wingdings 2</vt:lpstr>
      <vt:lpstr>Dividend</vt:lpstr>
      <vt:lpstr>CIS 115 Quick review  </vt:lpstr>
      <vt:lpstr>__________ write computer programs. </vt:lpstr>
      <vt:lpstr>___Programmers_______ write computer programs. </vt:lpstr>
      <vt:lpstr>C++, Java, Visual Basic, and COBOL are examples of __________ __________. </vt:lpstr>
      <vt:lpstr>C++, Java, Visual Basic, and COBOL are examples of __high-level programming languages________ __________. </vt:lpstr>
      <vt:lpstr>A(n) __________ is used to convert assembly language instructions to machine language</vt:lpstr>
      <vt:lpstr>A(n) _assembler_________ is used to convert assembly language instructions to machine language</vt:lpstr>
      <vt:lpstr>A(n) __________ is used to convert high-level language instructions to machine language. </vt:lpstr>
      <vt:lpstr>A(n) _compiler_________ is used to convert high-level language instructions to machine language. </vt:lpstr>
      <vt:lpstr>The __________ structure is the most simple of the basic control structures.  </vt:lpstr>
      <vt:lpstr>The _sequence_________ structure is the most simple of the basic control structures.  </vt:lpstr>
      <vt:lpstr>The __________ structure allows the programmer to create a loop in a program.</vt:lpstr>
      <vt:lpstr>The repetition__________ structure allows the programmer to create a loop in a program.</vt:lpstr>
      <vt:lpstr>The __________ structure allows the programmer to evaluate a condition in a program.</vt:lpstr>
      <vt:lpstr>The decision__________ structure allows the programmer to evaluate a condition in a program.</vt:lpstr>
      <vt:lpstr>The selection structure is commonly called the _--_____structure. </vt:lpstr>
      <vt:lpstr>The selection structure is commonly called the _decision_________ structure. </vt:lpstr>
      <vt:lpstr>When you solve everyday problems, you go through a series of __________, usually without even thinking about them.</vt:lpstr>
      <vt:lpstr>When you solve everyday problems, you go through a series of __steps________, usually without even thinking about them.</vt:lpstr>
      <vt:lpstr>The first and most important step in the problem-solving process is to __________ __________ __________. </vt:lpstr>
      <vt:lpstr>The first and most important step in the problem-solving process is to ___analyze the problem__________. </vt:lpstr>
      <vt:lpstr>The second step in the problem-solving process is to __________ __________ __________.</vt:lpstr>
      <vt:lpstr>The second step in the problem-solving process is to _plan_________ the__________ _algorithm_________.</vt:lpstr>
      <vt:lpstr>After desk-checking the algorithm, the algorithm can now be converted into an actual  ___________.</vt:lpstr>
      <vt:lpstr>After desk-checking the algorithm, the algorithm can now be converted into an actual  code___________.</vt:lpstr>
      <vt:lpstr>The last step in the problem-solving process is to __________ and __________ (if necessary) the program. </vt:lpstr>
      <vt:lpstr>The last step in the problem-solving process is to evaluate______ and _modify___ (if necessary) the program. </vt:lpstr>
      <vt:lpstr>Two aids when designing a solution to a problem are __________ and __________. </vt:lpstr>
      <vt:lpstr>Two aids when designing a solution to a problem are _flowcharts_________ and _pseudo-code_________. </vt:lpstr>
      <vt:lpstr>Another term for desk-checking is __________-tracing.  </vt:lpstr>
      <vt:lpstr>Another term for desk-checking is hand______-tracing.  </vt:lpstr>
      <vt:lpstr>A(n) __________ chart is used to organize and summarize the results of problem analysis. </vt:lpstr>
      <vt:lpstr>A(n) _IPO_________ chart is used to organize and summarize the results of problem analysis. </vt:lpstr>
      <vt:lpstr>IPO stands for __________, __________, and __________. </vt:lpstr>
      <vt:lpstr>IPO stands for __input___, _processing___, and _output___. </vt:lpstr>
      <vt:lpstr>After naming the item in an IPO chart,  a(n) __________  __________ must be chosen. </vt:lpstr>
      <vt:lpstr>After naming the item in an IPO chart,  a(n) _datatype_________  __________ must be chosen. </vt:lpstr>
      <vt:lpstr>In C++, the two types of memory locations available for you to temporarily store data are __________ and __________  __________.   </vt:lpstr>
      <vt:lpstr>In C++, the two types of memory locations available for you to temporarily store data are variables and named constants_ __________.   </vt:lpstr>
      <vt:lpstr>The value of a(n) __________ is permitted to change during the execution of a program. </vt:lpstr>
      <vt:lpstr>The value of a(n) variable is permitted to change during the execution of a program. </vt:lpstr>
      <vt:lpstr>A(n) __________ is also known as a reserved word. </vt:lpstr>
      <vt:lpstr>A(n) keyword is also known as a reserved word. </vt:lpstr>
      <vt:lpstr>The last rule in naming identifiers in C++ is that all identifiers are case __________. </vt:lpstr>
      <vt:lpstr>The last rule in naming identifiers in C++ is that all identifiers are case sensitive_. </vt:lpstr>
      <vt:lpstr>The string data type is not one of the __________ data types in C++. </vt:lpstr>
      <vt:lpstr>The string data type is not one of the built-in data types in C++. </vt:lpstr>
      <vt:lpstr>Numbers are represented in internal memory using the __________ number system.   </vt:lpstr>
      <vt:lpstr>Numbers are represented in internal memory using the binary number system.   </vt:lpstr>
      <vt:lpstr>Variables of type __________ can take on the values of true and false. </vt:lpstr>
      <vt:lpstr>Variables of type boolean can take on the values of true and false. </vt:lpstr>
      <vt:lpstr>The float and double data types store __________ numbers. </vt:lpstr>
      <vt:lpstr>The float and double data types store _real_ numbers. </vt:lpstr>
      <vt:lpstr>Unlike variables and named constants, __________ constants are not memory locations.   </vt:lpstr>
      <vt:lpstr>Unlike variables and named constants, _literal constants are not memory locations.   </vt:lpstr>
      <vt:lpstr>A string literal constant is zero or more characters enclosed in __________ quotation marks. </vt:lpstr>
      <vt:lpstr>A string literal constant is zero or more characters enclosed in _double_ quotation marks. </vt:lpstr>
      <vt:lpstr>A character literal constant is a single character enclosed in __________ quotation marks. </vt:lpstr>
      <vt:lpstr>A character literal constant is a single character enclosed in _single_ quotation marks. </vt:lpstr>
      <vt:lpstr>The __________ keyword is used to indicate that a memory location is a named constant. </vt:lpstr>
      <vt:lpstr>The _constant_ keyword is used to indicate that a memory location is a named constant. </vt:lpstr>
      <vt:lpstr>All statements in C++ must end with a(n) __________. </vt:lpstr>
      <vt:lpstr>All statements in C++ must end with a(n) semicolon_. 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 115 Quick review</dc:title>
  <dc:creator>laptop</dc:creator>
  <cp:lastModifiedBy>Kelly Hinson</cp:lastModifiedBy>
  <cp:revision>9</cp:revision>
  <dcterms:created xsi:type="dcterms:W3CDTF">2014-02-04T16:28:46Z</dcterms:created>
  <dcterms:modified xsi:type="dcterms:W3CDTF">2020-07-15T16:48:09Z</dcterms:modified>
</cp:coreProperties>
</file>